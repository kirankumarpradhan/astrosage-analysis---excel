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12" r:id="rId3"/>
    <p:sldMasterId id="214748371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5143500" cx="9144000"/>
  <p:notesSz cx="6858000" cy="9144000"/>
  <p:embeddedFontLst>
    <p:embeddedFont>
      <p:font typeface="DM Sans Medium"/>
      <p:regular r:id="rId26"/>
      <p:bold r:id="rId27"/>
      <p:italic r:id="rId28"/>
      <p:boldItalic r:id="rId29"/>
    </p:embeddedFont>
    <p:embeddedFont>
      <p:font typeface="Lato"/>
      <p:regular r:id="rId30"/>
      <p:bold r:id="rId31"/>
      <p:italic r:id="rId32"/>
      <p:boldItalic r:id="rId33"/>
    </p:embeddedFont>
    <p:embeddedFont>
      <p:font typeface="Newsreader"/>
      <p:regular r:id="rId34"/>
      <p:bold r:id="rId35"/>
      <p:italic r:id="rId36"/>
      <p:boldItalic r:id="rId37"/>
    </p:embeddedFont>
    <p:embeddedFont>
      <p:font typeface="DM Sans Light"/>
      <p:regular r:id="rId38"/>
      <p:bold r:id="rId39"/>
      <p:italic r:id="rId40"/>
      <p:boldItalic r:id="rId41"/>
    </p:embeddedFont>
    <p:embeddedFont>
      <p:font typeface="DM Sans SemiBold"/>
      <p:regular r:id="rId42"/>
      <p:bold r:id="rId43"/>
      <p:italic r:id="rId44"/>
      <p:boldItalic r:id="rId45"/>
    </p:embeddedFont>
    <p:embeddedFont>
      <p:font typeface="Quattrocento Sans"/>
      <p:regular r:id="rId46"/>
      <p:bold r:id="rId47"/>
      <p:italic r:id="rId48"/>
      <p:boldItalic r:id="rId49"/>
    </p:embeddedFont>
    <p:embeddedFont>
      <p:font typeface="DM Sans"/>
      <p:regular r:id="rId50"/>
      <p:bold r:id="rId51"/>
      <p:italic r:id="rId52"/>
      <p:boldItalic r:id="rId53"/>
    </p:embeddedFont>
    <p:embeddedFont>
      <p:font typeface="Newsreader SemiBold"/>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DMSansLight-italic.fntdata"/><Relationship Id="rId42" Type="http://schemas.openxmlformats.org/officeDocument/2006/relationships/font" Target="fonts/DMSansSemiBold-regular.fntdata"/><Relationship Id="rId41" Type="http://schemas.openxmlformats.org/officeDocument/2006/relationships/font" Target="fonts/DMSansLight-boldItalic.fntdata"/><Relationship Id="rId44" Type="http://schemas.openxmlformats.org/officeDocument/2006/relationships/font" Target="fonts/DMSansSemiBold-italic.fntdata"/><Relationship Id="rId43" Type="http://schemas.openxmlformats.org/officeDocument/2006/relationships/font" Target="fonts/DMSansSemiBold-bold.fntdata"/><Relationship Id="rId46" Type="http://schemas.openxmlformats.org/officeDocument/2006/relationships/font" Target="fonts/QuattrocentoSans-regular.fntdata"/><Relationship Id="rId45" Type="http://schemas.openxmlformats.org/officeDocument/2006/relationships/font" Target="fonts/DMSansSemiBold-bold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font" Target="fonts/QuattrocentoSans-italic.fntdata"/><Relationship Id="rId47" Type="http://schemas.openxmlformats.org/officeDocument/2006/relationships/font" Target="fonts/QuattrocentoSans-bold.fntdata"/><Relationship Id="rId49" Type="http://schemas.openxmlformats.org/officeDocument/2006/relationships/font" Target="fonts/Quattrocento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bold.fntdata"/><Relationship Id="rId30" Type="http://schemas.openxmlformats.org/officeDocument/2006/relationships/font" Target="fonts/Lato-regular.fntdata"/><Relationship Id="rId33" Type="http://schemas.openxmlformats.org/officeDocument/2006/relationships/font" Target="fonts/Lato-boldItalic.fntdata"/><Relationship Id="rId32" Type="http://schemas.openxmlformats.org/officeDocument/2006/relationships/font" Target="fonts/Lato-italic.fntdata"/><Relationship Id="rId35" Type="http://schemas.openxmlformats.org/officeDocument/2006/relationships/font" Target="fonts/Newsreader-bold.fntdata"/><Relationship Id="rId34" Type="http://schemas.openxmlformats.org/officeDocument/2006/relationships/font" Target="fonts/Newsreader-regular.fntdata"/><Relationship Id="rId37" Type="http://schemas.openxmlformats.org/officeDocument/2006/relationships/font" Target="fonts/Newsreader-boldItalic.fntdata"/><Relationship Id="rId36" Type="http://schemas.openxmlformats.org/officeDocument/2006/relationships/font" Target="fonts/Newsreader-italic.fntdata"/><Relationship Id="rId39" Type="http://schemas.openxmlformats.org/officeDocument/2006/relationships/font" Target="fonts/DMSansLight-bold.fntdata"/><Relationship Id="rId38" Type="http://schemas.openxmlformats.org/officeDocument/2006/relationships/font" Target="fonts/DMSansLight-regular.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font" Target="fonts/DMSansMedium-regular.fntdata"/><Relationship Id="rId25" Type="http://schemas.openxmlformats.org/officeDocument/2006/relationships/slide" Target="slides/slide20.xml"/><Relationship Id="rId28" Type="http://schemas.openxmlformats.org/officeDocument/2006/relationships/font" Target="fonts/DMSansMedium-italic.fntdata"/><Relationship Id="rId27" Type="http://schemas.openxmlformats.org/officeDocument/2006/relationships/font" Target="fonts/DMSansMedium-bold.fntdata"/><Relationship Id="rId29" Type="http://schemas.openxmlformats.org/officeDocument/2006/relationships/font" Target="fonts/DMSansMedium-boldItalic.fntdata"/><Relationship Id="rId51" Type="http://schemas.openxmlformats.org/officeDocument/2006/relationships/font" Target="fonts/DMSans-bold.fntdata"/><Relationship Id="rId50" Type="http://schemas.openxmlformats.org/officeDocument/2006/relationships/font" Target="fonts/DMSans-regular.fntdata"/><Relationship Id="rId53" Type="http://schemas.openxmlformats.org/officeDocument/2006/relationships/font" Target="fonts/DMSans-boldItalic.fntdata"/><Relationship Id="rId52" Type="http://schemas.openxmlformats.org/officeDocument/2006/relationships/font" Target="fonts/DMSans-italic.fntdata"/><Relationship Id="rId11" Type="http://schemas.openxmlformats.org/officeDocument/2006/relationships/slide" Target="slides/slide6.xml"/><Relationship Id="rId55" Type="http://schemas.openxmlformats.org/officeDocument/2006/relationships/font" Target="fonts/NewsreaderSemiBold-bold.fntdata"/><Relationship Id="rId10" Type="http://schemas.openxmlformats.org/officeDocument/2006/relationships/slide" Target="slides/slide5.xml"/><Relationship Id="rId54" Type="http://schemas.openxmlformats.org/officeDocument/2006/relationships/font" Target="fonts/NewsreaderSemiBold-regular.fntdata"/><Relationship Id="rId13" Type="http://schemas.openxmlformats.org/officeDocument/2006/relationships/slide" Target="slides/slide8.xml"/><Relationship Id="rId57" Type="http://schemas.openxmlformats.org/officeDocument/2006/relationships/font" Target="fonts/NewsreaderSemiBold-boldItalic.fntdata"/><Relationship Id="rId12" Type="http://schemas.openxmlformats.org/officeDocument/2006/relationships/slide" Target="slides/slide7.xml"/><Relationship Id="rId56" Type="http://schemas.openxmlformats.org/officeDocument/2006/relationships/font" Target="fonts/NewsreaderSemi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6a4ab455bf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6a4ab455bf_0_5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6a4ab455bf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36a4ab455bf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6a4ab455bf_0_10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6a4ab455bf_0_10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36a4ab455bf_0_10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36a4ab455bf_0_10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6a4ab455bf_0_10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6a4ab455bf_0_10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6a4ab455bf_0_1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4" name="Google Shape;604;g36a4ab455bf_0_1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6a4ab455bf_0_12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6a4ab455bf_0_12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36a4ab455bf_0_1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36a4ab455bf_0_1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36a4ab455bf_0_1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36a4ab455bf_0_1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6a4ab455bf_0_1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6" name="Google Shape;636;g36a4ab455bf_0_1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6a4ab455bf_0_1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6a4ab455bf_0_1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6a4ab455bf_0_12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36a4ab455bf_0_12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36a4ab455bf_0_1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36a4ab455bf_0_1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36a4ab455bf_0_12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36a4ab455bf_0_12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6a4ab455bf_0_1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6" name="Google Shape;666;g36a4ab455bf_0_1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g36a4ab455bf_0_1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2" name="Google Shape;672;g36a4ab455bf_0_1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36a4ab455bf_0_1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36a4ab455bf_0_1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36a4ab455bf_0_13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36a4ab455bf_0_13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6a4ab455bf_0_1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6a4ab455bf_0_1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36a4ab455bf_0_1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3" name="Google Shape;723;g36a4ab455bf_0_1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54" name="Shape 54"/>
        <p:cNvGrpSpPr/>
        <p:nvPr/>
      </p:nvGrpSpPr>
      <p:grpSpPr>
        <a:xfrm>
          <a:off x="0" y="0"/>
          <a:ext cx="0" cy="0"/>
          <a:chOff x="0" y="0"/>
          <a:chExt cx="0" cy="0"/>
        </a:xfrm>
      </p:grpSpPr>
      <p:sp>
        <p:nvSpPr>
          <p:cNvPr id="55" name="Google Shape;55;p14"/>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56" name="Google Shape;56;p1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BLANK_1_1_1_1_3">
    <p:spTree>
      <p:nvGrpSpPr>
        <p:cNvPr id="58" name="Shape 58"/>
        <p:cNvGrpSpPr/>
        <p:nvPr/>
      </p:nvGrpSpPr>
      <p:grpSpPr>
        <a:xfrm>
          <a:off x="0" y="0"/>
          <a:ext cx="0" cy="0"/>
          <a:chOff x="0" y="0"/>
          <a:chExt cx="0" cy="0"/>
        </a:xfrm>
      </p:grpSpPr>
      <p:sp>
        <p:nvSpPr>
          <p:cNvPr id="59" name="Google Shape;59;p15"/>
          <p:cNvSpPr txBox="1"/>
          <p:nvPr>
            <p:ph type="title"/>
          </p:nvPr>
        </p:nvSpPr>
        <p:spPr>
          <a:xfrm>
            <a:off x="361975" y="957403"/>
            <a:ext cx="56274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60" name="Google Shape;60;p1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62" name="Google Shape;62;p15"/>
          <p:cNvSpPr txBox="1"/>
          <p:nvPr>
            <p:ph idx="2" type="subTitle"/>
          </p:nvPr>
        </p:nvSpPr>
        <p:spPr>
          <a:xfrm>
            <a:off x="362125"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5"/>
          <p:cNvSpPr txBox="1"/>
          <p:nvPr>
            <p:ph idx="3" type="subTitle"/>
          </p:nvPr>
        </p:nvSpPr>
        <p:spPr>
          <a:xfrm>
            <a:off x="3154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5"/>
          <p:cNvSpPr txBox="1"/>
          <p:nvPr>
            <p:ph idx="4" type="subTitle"/>
          </p:nvPr>
        </p:nvSpPr>
        <p:spPr>
          <a:xfrm>
            <a:off x="6216650" y="1853425"/>
            <a:ext cx="2061600" cy="2376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5"/>
          <p:cNvSpPr txBox="1"/>
          <p:nvPr>
            <p:ph idx="5" type="subTitle"/>
          </p:nvPr>
        </p:nvSpPr>
        <p:spPr>
          <a:xfrm>
            <a:off x="362125" y="2206700"/>
            <a:ext cx="2575800" cy="12483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eyebrow ">
  <p:cSld name="BLANK_1_1_1_1_2_1">
    <p:spTree>
      <p:nvGrpSpPr>
        <p:cNvPr id="66" name="Shape 66"/>
        <p:cNvGrpSpPr/>
        <p:nvPr/>
      </p:nvGrpSpPr>
      <p:grpSpPr>
        <a:xfrm>
          <a:off x="0" y="0"/>
          <a:ext cx="0" cy="0"/>
          <a:chOff x="0" y="0"/>
          <a:chExt cx="0" cy="0"/>
        </a:xfrm>
      </p:grpSpPr>
      <p:sp>
        <p:nvSpPr>
          <p:cNvPr id="67" name="Google Shape;67;p1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6"/>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69" name="Google Shape;69;p16"/>
          <p:cNvSpPr txBox="1"/>
          <p:nvPr>
            <p:ph idx="1"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6"/>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BLANK_1_1_1_1_1_1_1_1_1_1_1">
    <p:bg>
      <p:bgPr>
        <a:solidFill>
          <a:schemeClr val="lt1"/>
        </a:solidFill>
      </p:bgPr>
    </p:bg>
    <p:spTree>
      <p:nvGrpSpPr>
        <p:cNvPr id="71" name="Shape 71"/>
        <p:cNvGrpSpPr/>
        <p:nvPr/>
      </p:nvGrpSpPr>
      <p:grpSpPr>
        <a:xfrm>
          <a:off x="0" y="0"/>
          <a:ext cx="0" cy="0"/>
          <a:chOff x="0" y="0"/>
          <a:chExt cx="0" cy="0"/>
        </a:xfrm>
      </p:grpSpPr>
      <p:sp>
        <p:nvSpPr>
          <p:cNvPr id="72" name="Google Shape;72;p17"/>
          <p:cNvSpPr txBox="1"/>
          <p:nvPr>
            <p:ph idx="1" type="subTitle"/>
          </p:nvPr>
        </p:nvSpPr>
        <p:spPr>
          <a:xfrm>
            <a:off x="3619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3" name="Google Shape;73;p17"/>
          <p:cNvSpPr txBox="1"/>
          <p:nvPr>
            <p:ph type="title"/>
          </p:nvPr>
        </p:nvSpPr>
        <p:spPr>
          <a:xfrm>
            <a:off x="361975" y="962100"/>
            <a:ext cx="4163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74" name="Google Shape;74;p1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17"/>
          <p:cNvSpPr txBox="1"/>
          <p:nvPr>
            <p:ph idx="2"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6" name="Google Shape;76;p17"/>
          <p:cNvSpPr txBox="1"/>
          <p:nvPr>
            <p:ph idx="3" type="subTitle"/>
          </p:nvPr>
        </p:nvSpPr>
        <p:spPr>
          <a:xfrm>
            <a:off x="4909675" y="2841984"/>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7" name="Google Shape;77;p17"/>
          <p:cNvSpPr txBox="1"/>
          <p:nvPr>
            <p:ph idx="4" type="subTitle"/>
          </p:nvPr>
        </p:nvSpPr>
        <p:spPr>
          <a:xfrm>
            <a:off x="3619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8" name="Google Shape;78;p17"/>
          <p:cNvSpPr txBox="1"/>
          <p:nvPr>
            <p:ph idx="5" type="subTitle"/>
          </p:nvPr>
        </p:nvSpPr>
        <p:spPr>
          <a:xfrm>
            <a:off x="4909675" y="3493626"/>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79" name="Google Shape;79;p17"/>
          <p:cNvSpPr txBox="1"/>
          <p:nvPr>
            <p:ph idx="6" type="subTitle"/>
          </p:nvPr>
        </p:nvSpPr>
        <p:spPr>
          <a:xfrm>
            <a:off x="3619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80" name="Google Shape;80;p17"/>
          <p:cNvSpPr txBox="1"/>
          <p:nvPr>
            <p:ph idx="7" type="subTitle"/>
          </p:nvPr>
        </p:nvSpPr>
        <p:spPr>
          <a:xfrm>
            <a:off x="4909675" y="4145267"/>
            <a:ext cx="3154800" cy="219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800"/>
              <a:buNone/>
              <a:defRPr sz="1800">
                <a:solidFill>
                  <a:schemeClr val="dk1"/>
                </a:solidFill>
              </a:defRPr>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p:cSld name="BLANK_1_1_1_1_1_1_1_1_1_1_1_1_1_1_2">
    <p:bg>
      <p:bgPr>
        <a:solidFill>
          <a:schemeClr val="accent6"/>
        </a:solidFill>
      </p:bgPr>
    </p:bg>
    <p:spTree>
      <p:nvGrpSpPr>
        <p:cNvPr id="81" name="Shape 81"/>
        <p:cNvGrpSpPr/>
        <p:nvPr/>
      </p:nvGrpSpPr>
      <p:grpSpPr>
        <a:xfrm>
          <a:off x="0" y="0"/>
          <a:ext cx="0" cy="0"/>
          <a:chOff x="0" y="0"/>
          <a:chExt cx="0" cy="0"/>
        </a:xfrm>
      </p:grpSpPr>
      <p:sp>
        <p:nvSpPr>
          <p:cNvPr id="82" name="Google Shape;82;p1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u="sng"/>
          </a:p>
        </p:txBody>
      </p:sp>
      <p:sp>
        <p:nvSpPr>
          <p:cNvPr id="83" name="Google Shape;83;p1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8"/>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85" name="Google Shape;85;p18"/>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86" name="Google Shape;86;p18"/>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87" name="Google Shape;87;p18"/>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88" name="Google Shape;88;p18"/>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89" name="Google Shape;89;p18"/>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90" name="Google Shape;90;p1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91" name="Google Shape;91;p18"/>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Light - Alt 1">
  <p:cSld name="BLANK_1_1_1_1_1_1_1_1_1_1_1_1_1_1_2_2">
    <p:bg>
      <p:bgPr>
        <a:solidFill>
          <a:schemeClr val="accent6"/>
        </a:solidFill>
      </p:bgPr>
    </p:bg>
    <p:spTree>
      <p:nvGrpSpPr>
        <p:cNvPr id="92" name="Shape 92"/>
        <p:cNvGrpSpPr/>
        <p:nvPr/>
      </p:nvGrpSpPr>
      <p:grpSpPr>
        <a:xfrm>
          <a:off x="0" y="0"/>
          <a:ext cx="0" cy="0"/>
          <a:chOff x="0" y="0"/>
          <a:chExt cx="0" cy="0"/>
        </a:xfrm>
      </p:grpSpPr>
      <p:sp>
        <p:nvSpPr>
          <p:cNvPr id="93" name="Google Shape;93;p1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4" name="Google Shape;94;p19"/>
          <p:cNvSpPr txBox="1"/>
          <p:nvPr>
            <p:ph idx="2" type="body"/>
          </p:nvPr>
        </p:nvSpPr>
        <p:spPr>
          <a:xfrm>
            <a:off x="4845475" y="99868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95" name="Google Shape;95;p19"/>
          <p:cNvSpPr txBox="1"/>
          <p:nvPr>
            <p:ph idx="3" type="subTitle"/>
          </p:nvPr>
        </p:nvSpPr>
        <p:spPr>
          <a:xfrm>
            <a:off x="4845475" y="666041"/>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96" name="Google Shape;96;p1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vl1pPr>
            <a:lvl2pPr lvl="1">
              <a:lnSpc>
                <a:spcPct val="90000"/>
              </a:lnSpc>
              <a:spcBef>
                <a:spcPts val="0"/>
              </a:spcBef>
              <a:spcAft>
                <a:spcPts val="0"/>
              </a:spcAft>
              <a:buNone/>
              <a:defRPr/>
            </a:lvl2pPr>
            <a:lvl3pPr lvl="2">
              <a:lnSpc>
                <a:spcPct val="90000"/>
              </a:lnSpc>
              <a:spcBef>
                <a:spcPts val="0"/>
              </a:spcBef>
              <a:spcAft>
                <a:spcPts val="0"/>
              </a:spcAft>
              <a:buNone/>
              <a:defRPr/>
            </a:lvl3pPr>
            <a:lvl4pPr lvl="3">
              <a:lnSpc>
                <a:spcPct val="90000"/>
              </a:lnSpc>
              <a:spcBef>
                <a:spcPts val="0"/>
              </a:spcBef>
              <a:spcAft>
                <a:spcPts val="0"/>
              </a:spcAft>
              <a:buNone/>
              <a:defRPr/>
            </a:lvl4pPr>
            <a:lvl5pPr lvl="4">
              <a:lnSpc>
                <a:spcPct val="90000"/>
              </a:lnSpc>
              <a:spcBef>
                <a:spcPts val="0"/>
              </a:spcBef>
              <a:spcAft>
                <a:spcPts val="0"/>
              </a:spcAft>
              <a:buNone/>
              <a:defRPr/>
            </a:lvl5pPr>
            <a:lvl6pPr lvl="5">
              <a:lnSpc>
                <a:spcPct val="90000"/>
              </a:lnSpc>
              <a:spcBef>
                <a:spcPts val="0"/>
              </a:spcBef>
              <a:spcAft>
                <a:spcPts val="0"/>
              </a:spcAft>
              <a:buNone/>
              <a:defRPr/>
            </a:lvl6pPr>
            <a:lvl7pPr lvl="6">
              <a:lnSpc>
                <a:spcPct val="90000"/>
              </a:lnSpc>
              <a:spcBef>
                <a:spcPts val="0"/>
              </a:spcBef>
              <a:spcAft>
                <a:spcPts val="0"/>
              </a:spcAft>
              <a:buNone/>
              <a:defRPr/>
            </a:lvl7pPr>
            <a:lvl8pPr lvl="7">
              <a:lnSpc>
                <a:spcPct val="90000"/>
              </a:lnSpc>
              <a:spcBef>
                <a:spcPts val="0"/>
              </a:spcBef>
              <a:spcAft>
                <a:spcPts val="0"/>
              </a:spcAft>
              <a:buNone/>
              <a:defRPr/>
            </a:lvl8pPr>
            <a:lvl9pPr lvl="8">
              <a:lnSpc>
                <a:spcPct val="90000"/>
              </a:lnSpc>
              <a:spcBef>
                <a:spcPts val="0"/>
              </a:spcBef>
              <a:spcAft>
                <a:spcPts val="0"/>
              </a:spcAft>
              <a:buNone/>
              <a:defRPr/>
            </a:lvl9pPr>
          </a:lstStyle>
          <a:p/>
        </p:txBody>
      </p:sp>
      <p:sp>
        <p:nvSpPr>
          <p:cNvPr id="97" name="Google Shape;97;p19"/>
          <p:cNvSpPr txBox="1"/>
          <p:nvPr>
            <p:ph idx="4"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p19"/>
          <p:cNvSpPr txBox="1"/>
          <p:nvPr>
            <p:ph idx="5" type="body"/>
          </p:nvPr>
        </p:nvSpPr>
        <p:spPr>
          <a:xfrm>
            <a:off x="4845475" y="3927439"/>
            <a:ext cx="3382500" cy="5877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99" name="Google Shape;99;p19"/>
          <p:cNvSpPr txBox="1"/>
          <p:nvPr>
            <p:ph idx="6" type="subTitle"/>
          </p:nvPr>
        </p:nvSpPr>
        <p:spPr>
          <a:xfrm>
            <a:off x="4845475" y="3594791"/>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0" name="Google Shape;100;p19"/>
          <p:cNvSpPr txBox="1"/>
          <p:nvPr>
            <p:ph idx="7" type="body"/>
          </p:nvPr>
        </p:nvSpPr>
        <p:spPr>
          <a:xfrm>
            <a:off x="4845475" y="2431037"/>
            <a:ext cx="3382500" cy="5877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01" name="Google Shape;101;p19"/>
          <p:cNvSpPr txBox="1"/>
          <p:nvPr>
            <p:ph idx="8" type="subTitle"/>
          </p:nvPr>
        </p:nvSpPr>
        <p:spPr>
          <a:xfrm>
            <a:off x="4845475" y="2098390"/>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02" name="Google Shape;102;p19"/>
          <p:cNvSpPr txBox="1"/>
          <p:nvPr>
            <p:ph idx="9" type="body"/>
          </p:nvPr>
        </p:nvSpPr>
        <p:spPr>
          <a:xfrm>
            <a:off x="356100" y="3243900"/>
            <a:ext cx="2798700" cy="1334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Horizontal - Dark">
  <p:cSld name="BLANK_1_1_1_1_1_1_1_1_1_1_1_1_1_1_2_1">
    <p:bg>
      <p:bgPr>
        <a:solidFill>
          <a:schemeClr val="lt1"/>
        </a:solidFill>
      </p:bgPr>
    </p:bg>
    <p:spTree>
      <p:nvGrpSpPr>
        <p:cNvPr id="103" name="Shape 103"/>
        <p:cNvGrpSpPr/>
        <p:nvPr/>
      </p:nvGrpSpPr>
      <p:grpSpPr>
        <a:xfrm>
          <a:off x="0" y="0"/>
          <a:ext cx="0" cy="0"/>
          <a:chOff x="0" y="0"/>
          <a:chExt cx="0" cy="0"/>
        </a:xfrm>
      </p:grpSpPr>
      <p:sp>
        <p:nvSpPr>
          <p:cNvPr id="104" name="Google Shape;104;p2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6" name="Google Shape;106;p20"/>
          <p:cNvSpPr txBox="1"/>
          <p:nvPr>
            <p:ph idx="2" type="body"/>
          </p:nvPr>
        </p:nvSpPr>
        <p:spPr>
          <a:xfrm>
            <a:off x="4845475" y="1361028"/>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07" name="Google Shape;107;p20"/>
          <p:cNvSpPr txBox="1"/>
          <p:nvPr>
            <p:ph idx="3" type="subTitle"/>
          </p:nvPr>
        </p:nvSpPr>
        <p:spPr>
          <a:xfrm>
            <a:off x="4845475" y="102837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08" name="Google Shape;108;p20"/>
          <p:cNvSpPr txBox="1"/>
          <p:nvPr>
            <p:ph idx="4" type="body"/>
          </p:nvPr>
        </p:nvSpPr>
        <p:spPr>
          <a:xfrm>
            <a:off x="4845475" y="2595865"/>
            <a:ext cx="3382500" cy="4314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09" name="Google Shape;109;p20"/>
          <p:cNvSpPr txBox="1"/>
          <p:nvPr>
            <p:ph idx="5" type="subTitle"/>
          </p:nvPr>
        </p:nvSpPr>
        <p:spPr>
          <a:xfrm>
            <a:off x="4845475" y="2263215"/>
            <a:ext cx="3382500" cy="2376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10" name="Google Shape;110;p20"/>
          <p:cNvSpPr txBox="1"/>
          <p:nvPr>
            <p:ph idx="6" type="body"/>
          </p:nvPr>
        </p:nvSpPr>
        <p:spPr>
          <a:xfrm>
            <a:off x="4845475" y="3870078"/>
            <a:ext cx="3382500" cy="431400"/>
          </a:xfrm>
          <a:prstGeom prst="rect">
            <a:avLst/>
          </a:prstGeom>
        </p:spPr>
        <p:txBody>
          <a:bodyPr anchorCtr="0" anchor="t" bIns="0" lIns="0" spcFirstLastPara="1" rIns="0" wrap="square" tIns="0">
            <a:sp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111" name="Google Shape;111;p20"/>
          <p:cNvSpPr txBox="1"/>
          <p:nvPr>
            <p:ph idx="7" type="subTitle"/>
          </p:nvPr>
        </p:nvSpPr>
        <p:spPr>
          <a:xfrm>
            <a:off x="4845475" y="3537427"/>
            <a:ext cx="3382500" cy="237600"/>
          </a:xfrm>
          <a:prstGeom prst="rect">
            <a:avLst/>
          </a:prstGeom>
        </p:spPr>
        <p:txBody>
          <a:bodyPr anchorCtr="0" anchor="t" bIns="0" lIns="0" spcFirstLastPara="1" rIns="0" wrap="square" tIns="0">
            <a:sp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2" name="Google Shape;112;p20"/>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113" name="Google Shape;113;p20"/>
          <p:cNvSpPr txBox="1"/>
          <p:nvPr>
            <p:ph idx="8"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four big ideas">
  <p:cSld name="BLANK_1_1_1_1_1_1_1_1_1_1_1_1_1_1_1">
    <p:bg>
      <p:bgPr>
        <a:solidFill>
          <a:schemeClr val="lt1"/>
        </a:solidFill>
      </p:bgPr>
    </p:bg>
    <p:spTree>
      <p:nvGrpSpPr>
        <p:cNvPr id="114" name="Shape 114"/>
        <p:cNvGrpSpPr/>
        <p:nvPr/>
      </p:nvGrpSpPr>
      <p:grpSpPr>
        <a:xfrm>
          <a:off x="0" y="0"/>
          <a:ext cx="0" cy="0"/>
          <a:chOff x="0" y="0"/>
          <a:chExt cx="0" cy="0"/>
        </a:xfrm>
      </p:grpSpPr>
      <p:sp>
        <p:nvSpPr>
          <p:cNvPr id="115" name="Google Shape;115;p21"/>
          <p:cNvSpPr txBox="1"/>
          <p:nvPr>
            <p:ph idx="1" type="body"/>
          </p:nvPr>
        </p:nvSpPr>
        <p:spPr>
          <a:xfrm>
            <a:off x="2610420"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16" name="Google Shape;116;p21"/>
          <p:cNvSpPr txBox="1"/>
          <p:nvPr>
            <p:ph idx="2" type="subTitle"/>
          </p:nvPr>
        </p:nvSpPr>
        <p:spPr>
          <a:xfrm>
            <a:off x="2610418"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17" name="Google Shape;117;p2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18" name="Google Shape;118;p21"/>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9" name="Google Shape;119;p21"/>
          <p:cNvSpPr txBox="1"/>
          <p:nvPr>
            <p:ph idx="4" type="body"/>
          </p:nvPr>
        </p:nvSpPr>
        <p:spPr>
          <a:xfrm>
            <a:off x="4889772" y="2943375"/>
            <a:ext cx="1645800" cy="16080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a:buChar char="●"/>
              <a:defRPr sz="1000">
                <a:solidFill>
                  <a:schemeClr val="dk1"/>
                </a:solidFill>
              </a:defRPr>
            </a:lvl1pPr>
            <a:lvl2pPr indent="-292100" lvl="1" marL="914400">
              <a:lnSpc>
                <a:spcPct val="100000"/>
              </a:lnSpc>
              <a:spcBef>
                <a:spcPts val="800"/>
              </a:spcBef>
              <a:spcAft>
                <a:spcPts val="0"/>
              </a:spcAft>
              <a:buClr>
                <a:schemeClr val="dk1"/>
              </a:buClr>
              <a:buSzPts val="1000"/>
              <a:buFont typeface="DM Sans"/>
              <a:buChar char="○"/>
              <a:defRPr sz="1000">
                <a:solidFill>
                  <a:schemeClr val="dk1"/>
                </a:solidFill>
              </a:defRPr>
            </a:lvl2pPr>
            <a:lvl3pPr indent="-292100" lvl="2" marL="1371600">
              <a:lnSpc>
                <a:spcPct val="100000"/>
              </a:lnSpc>
              <a:spcBef>
                <a:spcPts val="800"/>
              </a:spcBef>
              <a:spcAft>
                <a:spcPts val="0"/>
              </a:spcAft>
              <a:buClr>
                <a:schemeClr val="dk1"/>
              </a:buClr>
              <a:buSzPts val="1000"/>
              <a:buFont typeface="DM Sans"/>
              <a:buChar char="■"/>
              <a:defRPr sz="1000">
                <a:solidFill>
                  <a:schemeClr val="dk1"/>
                </a:solidFill>
              </a:defRPr>
            </a:lvl3pPr>
            <a:lvl4pPr indent="-292100" lvl="3" marL="1828800">
              <a:lnSpc>
                <a:spcPct val="100000"/>
              </a:lnSpc>
              <a:spcBef>
                <a:spcPts val="800"/>
              </a:spcBef>
              <a:spcAft>
                <a:spcPts val="0"/>
              </a:spcAft>
              <a:buClr>
                <a:schemeClr val="dk1"/>
              </a:buClr>
              <a:buSzPts val="1000"/>
              <a:buFont typeface="DM Sans"/>
              <a:buChar char="●"/>
              <a:defRPr sz="1000">
                <a:solidFill>
                  <a:schemeClr val="dk1"/>
                </a:solidFill>
              </a:defRPr>
            </a:lvl4pPr>
            <a:lvl5pPr indent="-292100" lvl="4" marL="2286000">
              <a:lnSpc>
                <a:spcPct val="100000"/>
              </a:lnSpc>
              <a:spcBef>
                <a:spcPts val="800"/>
              </a:spcBef>
              <a:spcAft>
                <a:spcPts val="0"/>
              </a:spcAft>
              <a:buClr>
                <a:schemeClr val="dk1"/>
              </a:buClr>
              <a:buSzPts val="1000"/>
              <a:buFont typeface="DM Sans"/>
              <a:buChar char="○"/>
              <a:defRPr sz="1000">
                <a:solidFill>
                  <a:schemeClr val="dk1"/>
                </a:solidFill>
              </a:defRPr>
            </a:lvl5pPr>
            <a:lvl6pPr indent="-292100" lvl="5" marL="2743200">
              <a:lnSpc>
                <a:spcPct val="100000"/>
              </a:lnSpc>
              <a:spcBef>
                <a:spcPts val="800"/>
              </a:spcBef>
              <a:spcAft>
                <a:spcPts val="0"/>
              </a:spcAft>
              <a:buClr>
                <a:schemeClr val="dk1"/>
              </a:buClr>
              <a:buSzPts val="1000"/>
              <a:buFont typeface="DM Sans"/>
              <a:buChar char="■"/>
              <a:defRPr sz="1000">
                <a:solidFill>
                  <a:schemeClr val="dk1"/>
                </a:solidFill>
              </a:defRPr>
            </a:lvl6pPr>
            <a:lvl7pPr indent="-292100" lvl="6" marL="3200400">
              <a:lnSpc>
                <a:spcPct val="100000"/>
              </a:lnSpc>
              <a:spcBef>
                <a:spcPts val="800"/>
              </a:spcBef>
              <a:spcAft>
                <a:spcPts val="0"/>
              </a:spcAft>
              <a:buClr>
                <a:schemeClr val="dk1"/>
              </a:buClr>
              <a:buSzPts val="1000"/>
              <a:buFont typeface="DM Sans"/>
              <a:buChar char="●"/>
              <a:defRPr sz="1000">
                <a:solidFill>
                  <a:schemeClr val="dk1"/>
                </a:solidFill>
              </a:defRPr>
            </a:lvl7pPr>
            <a:lvl8pPr indent="-292100" lvl="7" marL="3657600">
              <a:lnSpc>
                <a:spcPct val="100000"/>
              </a:lnSpc>
              <a:spcBef>
                <a:spcPts val="800"/>
              </a:spcBef>
              <a:spcAft>
                <a:spcPts val="0"/>
              </a:spcAft>
              <a:buClr>
                <a:schemeClr val="dk1"/>
              </a:buClr>
              <a:buSzPts val="1000"/>
              <a:buFont typeface="DM Sans"/>
              <a:buChar char="○"/>
              <a:defRPr sz="1000">
                <a:solidFill>
                  <a:schemeClr val="dk1"/>
                </a:solidFill>
              </a:defRPr>
            </a:lvl8pPr>
            <a:lvl9pPr indent="-292100" lvl="8" marL="4114800">
              <a:lnSpc>
                <a:spcPct val="100000"/>
              </a:lnSpc>
              <a:spcBef>
                <a:spcPts val="800"/>
              </a:spcBef>
              <a:spcAft>
                <a:spcPts val="800"/>
              </a:spcAft>
              <a:buClr>
                <a:schemeClr val="dk1"/>
              </a:buClr>
              <a:buSzPts val="1000"/>
              <a:buFont typeface="DM Sans"/>
              <a:buChar char="■"/>
              <a:defRPr sz="1000">
                <a:solidFill>
                  <a:schemeClr val="dk1"/>
                </a:solidFill>
              </a:defRPr>
            </a:lvl9pPr>
          </a:lstStyle>
          <a:p/>
        </p:txBody>
      </p:sp>
      <p:sp>
        <p:nvSpPr>
          <p:cNvPr id="120" name="Google Shape;120;p21"/>
          <p:cNvSpPr txBox="1"/>
          <p:nvPr>
            <p:ph idx="5" type="subTitle"/>
          </p:nvPr>
        </p:nvSpPr>
        <p:spPr>
          <a:xfrm>
            <a:off x="4889774"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1" name="Google Shape;121;p21"/>
          <p:cNvSpPr txBox="1"/>
          <p:nvPr>
            <p:ph idx="6" type="body"/>
          </p:nvPr>
        </p:nvSpPr>
        <p:spPr>
          <a:xfrm>
            <a:off x="713087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122" name="Google Shape;122;p21"/>
          <p:cNvSpPr txBox="1"/>
          <p:nvPr>
            <p:ph idx="7" type="subTitle"/>
          </p:nvPr>
        </p:nvSpPr>
        <p:spPr>
          <a:xfrm>
            <a:off x="7130874" y="2169054"/>
            <a:ext cx="16458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600"/>
              <a:buFont typeface="DM Sans Light"/>
              <a:buNone/>
              <a:defRPr sz="1600">
                <a:latin typeface="DM Sans Light"/>
                <a:ea typeface="DM Sans Light"/>
                <a:cs typeface="DM Sans Light"/>
                <a:sym typeface="DM Sans Light"/>
              </a:defRPr>
            </a:lvl2pPr>
            <a:lvl3pPr lvl="2">
              <a:spcBef>
                <a:spcPts val="0"/>
              </a:spcBef>
              <a:spcAft>
                <a:spcPts val="0"/>
              </a:spcAft>
              <a:buSzPts val="1600"/>
              <a:buFont typeface="DM Sans Light"/>
              <a:buNone/>
              <a:defRPr sz="1600">
                <a:latin typeface="DM Sans Light"/>
                <a:ea typeface="DM Sans Light"/>
                <a:cs typeface="DM Sans Light"/>
                <a:sym typeface="DM Sans Light"/>
              </a:defRPr>
            </a:lvl3pPr>
            <a:lvl4pPr lvl="3">
              <a:spcBef>
                <a:spcPts val="0"/>
              </a:spcBef>
              <a:spcAft>
                <a:spcPts val="0"/>
              </a:spcAft>
              <a:buSzPts val="1600"/>
              <a:buFont typeface="DM Sans Light"/>
              <a:buNone/>
              <a:defRPr sz="1600">
                <a:latin typeface="DM Sans Light"/>
                <a:ea typeface="DM Sans Light"/>
                <a:cs typeface="DM Sans Light"/>
                <a:sym typeface="DM Sans Light"/>
              </a:defRPr>
            </a:lvl4pPr>
            <a:lvl5pPr lvl="4">
              <a:spcBef>
                <a:spcPts val="0"/>
              </a:spcBef>
              <a:spcAft>
                <a:spcPts val="0"/>
              </a:spcAft>
              <a:buSzPts val="1600"/>
              <a:buFont typeface="DM Sans Light"/>
              <a:buNone/>
              <a:defRPr sz="1600">
                <a:latin typeface="DM Sans Light"/>
                <a:ea typeface="DM Sans Light"/>
                <a:cs typeface="DM Sans Light"/>
                <a:sym typeface="DM Sans Light"/>
              </a:defRPr>
            </a:lvl5pPr>
            <a:lvl6pPr lvl="5">
              <a:spcBef>
                <a:spcPts val="0"/>
              </a:spcBef>
              <a:spcAft>
                <a:spcPts val="0"/>
              </a:spcAft>
              <a:buSzPts val="1600"/>
              <a:buFont typeface="DM Sans Light"/>
              <a:buNone/>
              <a:defRPr sz="1600">
                <a:latin typeface="DM Sans Light"/>
                <a:ea typeface="DM Sans Light"/>
                <a:cs typeface="DM Sans Light"/>
                <a:sym typeface="DM Sans Light"/>
              </a:defRPr>
            </a:lvl6pPr>
            <a:lvl7pPr lvl="6">
              <a:spcBef>
                <a:spcPts val="0"/>
              </a:spcBef>
              <a:spcAft>
                <a:spcPts val="0"/>
              </a:spcAft>
              <a:buSzPts val="1600"/>
              <a:buFont typeface="DM Sans Light"/>
              <a:buNone/>
              <a:defRPr sz="1600">
                <a:latin typeface="DM Sans Light"/>
                <a:ea typeface="DM Sans Light"/>
                <a:cs typeface="DM Sans Light"/>
                <a:sym typeface="DM Sans Light"/>
              </a:defRPr>
            </a:lvl7pPr>
            <a:lvl8pPr lvl="7">
              <a:spcBef>
                <a:spcPts val="0"/>
              </a:spcBef>
              <a:spcAft>
                <a:spcPts val="0"/>
              </a:spcAft>
              <a:buSzPts val="1600"/>
              <a:buFont typeface="DM Sans Light"/>
              <a:buNone/>
              <a:defRPr sz="1600">
                <a:latin typeface="DM Sans Light"/>
                <a:ea typeface="DM Sans Light"/>
                <a:cs typeface="DM Sans Light"/>
                <a:sym typeface="DM Sans Light"/>
              </a:defRPr>
            </a:lvl8pPr>
            <a:lvl9pPr lvl="8">
              <a:spcBef>
                <a:spcPts val="0"/>
              </a:spcBef>
              <a:spcAft>
                <a:spcPts val="0"/>
              </a:spcAft>
              <a:buSzPts val="1600"/>
              <a:buFont typeface="DM Sans Light"/>
              <a:buNone/>
              <a:defRPr sz="1600">
                <a:latin typeface="DM Sans Light"/>
                <a:ea typeface="DM Sans Light"/>
                <a:cs typeface="DM Sans Light"/>
                <a:sym typeface="DM Sans Light"/>
              </a:defRPr>
            </a:lvl9pPr>
          </a:lstStyle>
          <a:p/>
        </p:txBody>
      </p:sp>
      <p:sp>
        <p:nvSpPr>
          <p:cNvPr id="123" name="Google Shape;123;p21"/>
          <p:cNvSpPr txBox="1"/>
          <p:nvPr>
            <p:ph idx="8" type="body"/>
          </p:nvPr>
        </p:nvSpPr>
        <p:spPr>
          <a:xfrm>
            <a:off x="360525" y="2943375"/>
            <a:ext cx="1645800" cy="1608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124" name="Google Shape;124;p21"/>
          <p:cNvSpPr txBox="1"/>
          <p:nvPr>
            <p:ph idx="9" type="subTitle"/>
          </p:nvPr>
        </p:nvSpPr>
        <p:spPr>
          <a:xfrm>
            <a:off x="360533" y="2169054"/>
            <a:ext cx="1645800" cy="452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400"/>
              <a:buNone/>
              <a:defRPr>
                <a:solidFill>
                  <a:schemeClr val="dk1"/>
                </a:solidFill>
              </a:defRPr>
            </a:lvl1pPr>
            <a:lvl2pPr lvl="1">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600"/>
              <a:buFont typeface="DM Sans Light"/>
              <a:buNone/>
              <a:defRPr sz="1600">
                <a:solidFill>
                  <a:schemeClr val="dk1"/>
                </a:solidFill>
                <a:latin typeface="DM Sans Light"/>
                <a:ea typeface="DM Sans Light"/>
                <a:cs typeface="DM Sans Light"/>
                <a:sym typeface="DM Sans Light"/>
              </a:defRPr>
            </a:lvl9pPr>
          </a:lstStyle>
          <a:p/>
        </p:txBody>
      </p:sp>
      <p:sp>
        <p:nvSpPr>
          <p:cNvPr id="125" name="Google Shape;125;p21"/>
          <p:cNvSpPr txBox="1"/>
          <p:nvPr>
            <p:ph idx="1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26" name="Google Shape;126;p21"/>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solidFill>
                  <a:schemeClr val="dk1"/>
                </a:solidFill>
              </a:defRPr>
            </a:lvl1pPr>
            <a:lvl2pPr lvl="1" algn="ctr">
              <a:spcBef>
                <a:spcPts val="0"/>
              </a:spcBef>
              <a:spcAft>
                <a:spcPts val="0"/>
              </a:spcAft>
              <a:buNone/>
              <a:defRPr sz="2200">
                <a:solidFill>
                  <a:schemeClr val="dk1"/>
                </a:solidFill>
              </a:defRPr>
            </a:lvl2pPr>
            <a:lvl3pPr lvl="2" algn="ctr">
              <a:spcBef>
                <a:spcPts val="0"/>
              </a:spcBef>
              <a:spcAft>
                <a:spcPts val="0"/>
              </a:spcAft>
              <a:buNone/>
              <a:defRPr sz="2200">
                <a:solidFill>
                  <a:schemeClr val="dk1"/>
                </a:solidFill>
              </a:defRPr>
            </a:lvl3pPr>
            <a:lvl4pPr lvl="3" algn="ctr">
              <a:spcBef>
                <a:spcPts val="0"/>
              </a:spcBef>
              <a:spcAft>
                <a:spcPts val="0"/>
              </a:spcAft>
              <a:buNone/>
              <a:defRPr sz="2200">
                <a:solidFill>
                  <a:schemeClr val="dk1"/>
                </a:solidFill>
              </a:defRPr>
            </a:lvl4pPr>
            <a:lvl5pPr lvl="4" algn="ctr">
              <a:spcBef>
                <a:spcPts val="0"/>
              </a:spcBef>
              <a:spcAft>
                <a:spcPts val="0"/>
              </a:spcAft>
              <a:buNone/>
              <a:defRPr sz="2200">
                <a:solidFill>
                  <a:schemeClr val="dk1"/>
                </a:solidFill>
              </a:defRPr>
            </a:lvl5pPr>
            <a:lvl6pPr lvl="5" algn="ctr">
              <a:spcBef>
                <a:spcPts val="0"/>
              </a:spcBef>
              <a:spcAft>
                <a:spcPts val="0"/>
              </a:spcAft>
              <a:buNone/>
              <a:defRPr sz="2200">
                <a:solidFill>
                  <a:schemeClr val="dk1"/>
                </a:solidFill>
              </a:defRPr>
            </a:lvl6pPr>
            <a:lvl7pPr lvl="6" algn="ctr">
              <a:spcBef>
                <a:spcPts val="0"/>
              </a:spcBef>
              <a:spcAft>
                <a:spcPts val="0"/>
              </a:spcAft>
              <a:buNone/>
              <a:defRPr sz="2200">
                <a:solidFill>
                  <a:schemeClr val="dk1"/>
                </a:solidFill>
              </a:defRPr>
            </a:lvl7pPr>
            <a:lvl8pPr lvl="7" algn="ctr">
              <a:spcBef>
                <a:spcPts val="0"/>
              </a:spcBef>
              <a:spcAft>
                <a:spcPts val="0"/>
              </a:spcAft>
              <a:buNone/>
              <a:defRPr sz="2200">
                <a:solidFill>
                  <a:schemeClr val="dk1"/>
                </a:solidFill>
              </a:defRPr>
            </a:lvl8pPr>
            <a:lvl9pPr lvl="8" algn="ctr">
              <a:spcBef>
                <a:spcPts val="0"/>
              </a:spcBef>
              <a:spcAft>
                <a:spcPts val="0"/>
              </a:spcAft>
              <a:buNone/>
              <a:defRPr sz="22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big ideas">
  <p:cSld name="BLANK_1_1_1_1_1_1_1_1_1_1_1_1_1_1_1_3">
    <p:bg>
      <p:bgPr>
        <a:solidFill>
          <a:schemeClr val="accent2"/>
        </a:solidFill>
      </p:bgPr>
    </p:bg>
    <p:spTree>
      <p:nvGrpSpPr>
        <p:cNvPr id="127" name="Shape 127"/>
        <p:cNvGrpSpPr/>
        <p:nvPr/>
      </p:nvGrpSpPr>
      <p:grpSpPr>
        <a:xfrm>
          <a:off x="0" y="0"/>
          <a:ext cx="0" cy="0"/>
          <a:chOff x="0" y="0"/>
          <a:chExt cx="0" cy="0"/>
        </a:xfrm>
      </p:grpSpPr>
      <p:sp>
        <p:nvSpPr>
          <p:cNvPr id="128" name="Google Shape;128;p2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0" name="Google Shape;130;p22"/>
          <p:cNvSpPr txBox="1"/>
          <p:nvPr>
            <p:ph idx="2" type="body"/>
          </p:nvPr>
        </p:nvSpPr>
        <p:spPr>
          <a:xfrm>
            <a:off x="361975" y="3231275"/>
            <a:ext cx="1457400" cy="10776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lnSpc>
                <a:spcPct val="100000"/>
              </a:lnSpc>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lnSpc>
                <a:spcPct val="100000"/>
              </a:lnSpc>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
        <p:nvSpPr>
          <p:cNvPr id="131" name="Google Shape;131;p22"/>
          <p:cNvSpPr txBox="1"/>
          <p:nvPr>
            <p:ph idx="3" type="subTitle"/>
          </p:nvPr>
        </p:nvSpPr>
        <p:spPr>
          <a:xfrm>
            <a:off x="3619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2" name="Google Shape;132;p22"/>
          <p:cNvSpPr txBox="1"/>
          <p:nvPr>
            <p:ph idx="4"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3" name="Google Shape;133;p22"/>
          <p:cNvSpPr txBox="1"/>
          <p:nvPr>
            <p:ph type="title"/>
          </p:nvPr>
        </p:nvSpPr>
        <p:spPr>
          <a:xfrm>
            <a:off x="1938175" y="988550"/>
            <a:ext cx="5267700" cy="587700"/>
          </a:xfrm>
          <a:prstGeom prst="rect">
            <a:avLst/>
          </a:prstGeom>
        </p:spPr>
        <p:txBody>
          <a:bodyPr anchorCtr="0" anchor="t" bIns="0" lIns="0" spcFirstLastPara="1" rIns="0" wrap="square" tIns="0">
            <a:noAutofit/>
          </a:bodyPr>
          <a:lstStyle>
            <a:lvl1pPr lvl="0" algn="ctr">
              <a:spcBef>
                <a:spcPts val="0"/>
              </a:spcBef>
              <a:spcAft>
                <a:spcPts val="0"/>
              </a:spcAft>
              <a:buNone/>
              <a:defRPr sz="2200"/>
            </a:lvl1pPr>
            <a:lvl2pPr lvl="1" algn="ctr">
              <a:spcBef>
                <a:spcPts val="0"/>
              </a:spcBef>
              <a:spcAft>
                <a:spcPts val="0"/>
              </a:spcAft>
              <a:buNone/>
              <a:defRPr sz="2200"/>
            </a:lvl2pPr>
            <a:lvl3pPr lvl="2" algn="ctr">
              <a:spcBef>
                <a:spcPts val="0"/>
              </a:spcBef>
              <a:spcAft>
                <a:spcPts val="0"/>
              </a:spcAft>
              <a:buNone/>
              <a:defRPr sz="2200"/>
            </a:lvl3pPr>
            <a:lvl4pPr lvl="3" algn="ctr">
              <a:spcBef>
                <a:spcPts val="0"/>
              </a:spcBef>
              <a:spcAft>
                <a:spcPts val="0"/>
              </a:spcAft>
              <a:buNone/>
              <a:defRPr sz="2200"/>
            </a:lvl4pPr>
            <a:lvl5pPr lvl="4" algn="ctr">
              <a:spcBef>
                <a:spcPts val="0"/>
              </a:spcBef>
              <a:spcAft>
                <a:spcPts val="0"/>
              </a:spcAft>
              <a:buNone/>
              <a:defRPr sz="2200"/>
            </a:lvl5pPr>
            <a:lvl6pPr lvl="5" algn="ctr">
              <a:spcBef>
                <a:spcPts val="0"/>
              </a:spcBef>
              <a:spcAft>
                <a:spcPts val="0"/>
              </a:spcAft>
              <a:buNone/>
              <a:defRPr sz="2200"/>
            </a:lvl6pPr>
            <a:lvl7pPr lvl="6" algn="ctr">
              <a:spcBef>
                <a:spcPts val="0"/>
              </a:spcBef>
              <a:spcAft>
                <a:spcPts val="0"/>
              </a:spcAft>
              <a:buNone/>
              <a:defRPr sz="2200"/>
            </a:lvl7pPr>
            <a:lvl8pPr lvl="7" algn="ctr">
              <a:spcBef>
                <a:spcPts val="0"/>
              </a:spcBef>
              <a:spcAft>
                <a:spcPts val="0"/>
              </a:spcAft>
              <a:buNone/>
              <a:defRPr sz="2200"/>
            </a:lvl8pPr>
            <a:lvl9pPr lvl="8" algn="ctr">
              <a:spcBef>
                <a:spcPts val="0"/>
              </a:spcBef>
              <a:spcAft>
                <a:spcPts val="0"/>
              </a:spcAft>
              <a:buNone/>
              <a:defRPr sz="2200"/>
            </a:lvl9pPr>
          </a:lstStyle>
          <a:p/>
        </p:txBody>
      </p:sp>
      <p:sp>
        <p:nvSpPr>
          <p:cNvPr id="134" name="Google Shape;134;p22"/>
          <p:cNvSpPr txBox="1"/>
          <p:nvPr>
            <p:ph idx="5" type="subTitle"/>
          </p:nvPr>
        </p:nvSpPr>
        <p:spPr>
          <a:xfrm>
            <a:off x="731927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5" name="Google Shape;135;p22"/>
          <p:cNvSpPr txBox="1"/>
          <p:nvPr>
            <p:ph idx="6" type="body"/>
          </p:nvPr>
        </p:nvSpPr>
        <p:spPr>
          <a:xfrm>
            <a:off x="210130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6" name="Google Shape;136;p22"/>
          <p:cNvSpPr txBox="1"/>
          <p:nvPr>
            <p:ph idx="7" type="body"/>
          </p:nvPr>
        </p:nvSpPr>
        <p:spPr>
          <a:xfrm>
            <a:off x="384062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7" name="Google Shape;137;p22"/>
          <p:cNvSpPr txBox="1"/>
          <p:nvPr>
            <p:ph idx="8" type="body"/>
          </p:nvPr>
        </p:nvSpPr>
        <p:spPr>
          <a:xfrm>
            <a:off x="5579950"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138" name="Google Shape;138;p22"/>
          <p:cNvSpPr txBox="1"/>
          <p:nvPr>
            <p:ph idx="9" type="subTitle"/>
          </p:nvPr>
        </p:nvSpPr>
        <p:spPr>
          <a:xfrm>
            <a:off x="210130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39" name="Google Shape;139;p22"/>
          <p:cNvSpPr txBox="1"/>
          <p:nvPr>
            <p:ph idx="13" type="subTitle"/>
          </p:nvPr>
        </p:nvSpPr>
        <p:spPr>
          <a:xfrm>
            <a:off x="3840625"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0" name="Google Shape;140;p22"/>
          <p:cNvSpPr txBox="1"/>
          <p:nvPr>
            <p:ph idx="14" type="subTitle"/>
          </p:nvPr>
        </p:nvSpPr>
        <p:spPr>
          <a:xfrm>
            <a:off x="5579950" y="2556804"/>
            <a:ext cx="1457400" cy="452700"/>
          </a:xfrm>
          <a:prstGeom prst="rect">
            <a:avLst/>
          </a:prstGeom>
        </p:spPr>
        <p:txBody>
          <a:bodyPr anchorCtr="0" anchor="t"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141" name="Google Shape;141;p22"/>
          <p:cNvSpPr txBox="1"/>
          <p:nvPr>
            <p:ph idx="15" type="body"/>
          </p:nvPr>
        </p:nvSpPr>
        <p:spPr>
          <a:xfrm>
            <a:off x="7319275" y="3231275"/>
            <a:ext cx="1457400" cy="10776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1">
  <p:cSld name="BLANK_1_1_1_1_1_1_1_1_1_1_1_1_1_1_1_2">
    <p:bg>
      <p:bgPr>
        <a:solidFill>
          <a:schemeClr val="lt1"/>
        </a:solidFill>
      </p:bgPr>
    </p:bg>
    <p:spTree>
      <p:nvGrpSpPr>
        <p:cNvPr id="142" name="Shape 142"/>
        <p:cNvGrpSpPr/>
        <p:nvPr/>
      </p:nvGrpSpPr>
      <p:grpSpPr>
        <a:xfrm>
          <a:off x="0" y="0"/>
          <a:ext cx="0" cy="0"/>
          <a:chOff x="0" y="0"/>
          <a:chExt cx="0" cy="0"/>
        </a:xfrm>
      </p:grpSpPr>
      <p:sp>
        <p:nvSpPr>
          <p:cNvPr id="143" name="Google Shape;143;p2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44" name="Google Shape;144;p2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5" name="Google Shape;145;p23"/>
          <p:cNvSpPr txBox="1"/>
          <p:nvPr>
            <p:ph idx="2" type="body"/>
          </p:nvPr>
        </p:nvSpPr>
        <p:spPr>
          <a:xfrm>
            <a:off x="71308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6" name="Google Shape;146;p23"/>
          <p:cNvSpPr txBox="1"/>
          <p:nvPr>
            <p:ph idx="3" type="subTitle"/>
          </p:nvPr>
        </p:nvSpPr>
        <p:spPr>
          <a:xfrm>
            <a:off x="71308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47" name="Google Shape;147;p23"/>
          <p:cNvSpPr txBox="1"/>
          <p:nvPr>
            <p:ph idx="4" type="subTitle"/>
          </p:nvPr>
        </p:nvSpPr>
        <p:spPr>
          <a:xfrm>
            <a:off x="71308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48" name="Google Shape;148;p23"/>
          <p:cNvSpPr txBox="1"/>
          <p:nvPr>
            <p:ph idx="5" type="body"/>
          </p:nvPr>
        </p:nvSpPr>
        <p:spPr>
          <a:xfrm>
            <a:off x="4892138"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49" name="Google Shape;149;p23"/>
          <p:cNvSpPr txBox="1"/>
          <p:nvPr>
            <p:ph idx="6" type="subTitle"/>
          </p:nvPr>
        </p:nvSpPr>
        <p:spPr>
          <a:xfrm>
            <a:off x="4892138"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0" name="Google Shape;150;p23"/>
          <p:cNvSpPr txBox="1"/>
          <p:nvPr>
            <p:ph idx="7" type="subTitle"/>
          </p:nvPr>
        </p:nvSpPr>
        <p:spPr>
          <a:xfrm>
            <a:off x="4892138"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1" name="Google Shape;151;p23"/>
          <p:cNvSpPr txBox="1"/>
          <p:nvPr>
            <p:ph idx="8" type="body"/>
          </p:nvPr>
        </p:nvSpPr>
        <p:spPr>
          <a:xfrm>
            <a:off x="2607050" y="3628800"/>
            <a:ext cx="1645800" cy="6801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2" name="Google Shape;152;p23"/>
          <p:cNvSpPr txBox="1"/>
          <p:nvPr>
            <p:ph idx="9" type="subTitle"/>
          </p:nvPr>
        </p:nvSpPr>
        <p:spPr>
          <a:xfrm>
            <a:off x="2607050"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3" name="Google Shape;153;p23"/>
          <p:cNvSpPr txBox="1"/>
          <p:nvPr>
            <p:ph idx="13" type="subTitle"/>
          </p:nvPr>
        </p:nvSpPr>
        <p:spPr>
          <a:xfrm>
            <a:off x="2607050"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4" name="Google Shape;154;p23"/>
          <p:cNvSpPr txBox="1"/>
          <p:nvPr>
            <p:ph idx="14" type="body"/>
          </p:nvPr>
        </p:nvSpPr>
        <p:spPr>
          <a:xfrm>
            <a:off x="361975" y="3628800"/>
            <a:ext cx="1645800" cy="6801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155" name="Google Shape;155;p23"/>
          <p:cNvSpPr txBox="1"/>
          <p:nvPr>
            <p:ph idx="15" type="subTitle"/>
          </p:nvPr>
        </p:nvSpPr>
        <p:spPr>
          <a:xfrm>
            <a:off x="361975" y="2586820"/>
            <a:ext cx="1645800" cy="1524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100"/>
              <a:buFont typeface="Newsreader SemiBold"/>
              <a:buNone/>
              <a:defRPr sz="1100">
                <a:solidFill>
                  <a:schemeClr val="dk1"/>
                </a:solidFill>
                <a:latin typeface="Newsreader SemiBold"/>
                <a:ea typeface="Newsreader SemiBold"/>
                <a:cs typeface="Newsreader SemiBold"/>
                <a:sym typeface="Newsreader SemiBold"/>
              </a:defRPr>
            </a:lvl1pPr>
            <a:lvl2pPr lvl="1">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100"/>
              <a:buFont typeface="DM Sans Light"/>
              <a:buNone/>
              <a:defRPr sz="1100">
                <a:solidFill>
                  <a:schemeClr val="dk1"/>
                </a:solidFill>
                <a:latin typeface="DM Sans Light"/>
                <a:ea typeface="DM Sans Light"/>
                <a:cs typeface="DM Sans Light"/>
                <a:sym typeface="DM Sans Light"/>
              </a:defRPr>
            </a:lvl9pPr>
          </a:lstStyle>
          <a:p/>
        </p:txBody>
      </p:sp>
      <p:sp>
        <p:nvSpPr>
          <p:cNvPr id="156" name="Google Shape;156;p23"/>
          <p:cNvSpPr txBox="1"/>
          <p:nvPr>
            <p:ph idx="16" type="subTitle"/>
          </p:nvPr>
        </p:nvSpPr>
        <p:spPr>
          <a:xfrm>
            <a:off x="361975" y="2791120"/>
            <a:ext cx="16458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57" name="Google Shape;157;p23"/>
          <p:cNvSpPr txBox="1"/>
          <p:nvPr>
            <p:ph idx="17"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1400"/>
              <a:buFont typeface="DM Sans Light"/>
              <a:buNone/>
              <a:defRPr>
                <a:solidFill>
                  <a:schemeClr val="dk1"/>
                </a:solidFill>
                <a:latin typeface="DM Sans Light"/>
                <a:ea typeface="DM Sans Light"/>
                <a:cs typeface="DM Sans Light"/>
                <a:sym typeface="DM Sans Light"/>
              </a:defRPr>
            </a:lvl9pPr>
          </a:lstStyle>
          <a:p/>
        </p:txBody>
      </p:sp>
      <p:sp>
        <p:nvSpPr>
          <p:cNvPr id="158" name="Google Shape;158;p23"/>
          <p:cNvSpPr txBox="1"/>
          <p:nvPr>
            <p:ph type="title"/>
          </p:nvPr>
        </p:nvSpPr>
        <p:spPr>
          <a:xfrm>
            <a:off x="1406600" y="988557"/>
            <a:ext cx="6330900" cy="587700"/>
          </a:xfrm>
          <a:prstGeom prst="rect">
            <a:avLst/>
          </a:prstGeom>
        </p:spPr>
        <p:txBody>
          <a:bodyPr anchorCtr="0" anchor="t" bIns="0" lIns="0" spcFirstLastPara="1" rIns="0" wrap="square" tIns="0">
            <a:noAutofit/>
          </a:bodyPr>
          <a:lstStyle>
            <a:lvl1pPr lvl="0" algn="ctr">
              <a:lnSpc>
                <a:spcPct val="90000"/>
              </a:lnSpc>
              <a:spcBef>
                <a:spcPts val="0"/>
              </a:spcBef>
              <a:spcAft>
                <a:spcPts val="0"/>
              </a:spcAft>
              <a:buNone/>
              <a:defRPr sz="2200">
                <a:solidFill>
                  <a:schemeClr val="dk1"/>
                </a:solidFill>
              </a:defRPr>
            </a:lvl1pPr>
            <a:lvl2pPr lvl="1" algn="ctr">
              <a:lnSpc>
                <a:spcPct val="90000"/>
              </a:lnSpc>
              <a:spcBef>
                <a:spcPts val="0"/>
              </a:spcBef>
              <a:spcAft>
                <a:spcPts val="0"/>
              </a:spcAft>
              <a:buNone/>
              <a:defRPr sz="2200">
                <a:solidFill>
                  <a:schemeClr val="dk1"/>
                </a:solidFill>
              </a:defRPr>
            </a:lvl2pPr>
            <a:lvl3pPr lvl="2" algn="ctr">
              <a:lnSpc>
                <a:spcPct val="90000"/>
              </a:lnSpc>
              <a:spcBef>
                <a:spcPts val="0"/>
              </a:spcBef>
              <a:spcAft>
                <a:spcPts val="0"/>
              </a:spcAft>
              <a:buNone/>
              <a:defRPr sz="2200">
                <a:solidFill>
                  <a:schemeClr val="dk1"/>
                </a:solidFill>
              </a:defRPr>
            </a:lvl3pPr>
            <a:lvl4pPr lvl="3" algn="ctr">
              <a:lnSpc>
                <a:spcPct val="90000"/>
              </a:lnSpc>
              <a:spcBef>
                <a:spcPts val="0"/>
              </a:spcBef>
              <a:spcAft>
                <a:spcPts val="0"/>
              </a:spcAft>
              <a:buNone/>
              <a:defRPr sz="2200">
                <a:solidFill>
                  <a:schemeClr val="dk1"/>
                </a:solidFill>
              </a:defRPr>
            </a:lvl4pPr>
            <a:lvl5pPr lvl="4" algn="ctr">
              <a:lnSpc>
                <a:spcPct val="90000"/>
              </a:lnSpc>
              <a:spcBef>
                <a:spcPts val="0"/>
              </a:spcBef>
              <a:spcAft>
                <a:spcPts val="0"/>
              </a:spcAft>
              <a:buNone/>
              <a:defRPr sz="2200">
                <a:solidFill>
                  <a:schemeClr val="dk1"/>
                </a:solidFill>
              </a:defRPr>
            </a:lvl5pPr>
            <a:lvl6pPr lvl="5" algn="ctr">
              <a:lnSpc>
                <a:spcPct val="90000"/>
              </a:lnSpc>
              <a:spcBef>
                <a:spcPts val="0"/>
              </a:spcBef>
              <a:spcAft>
                <a:spcPts val="0"/>
              </a:spcAft>
              <a:buNone/>
              <a:defRPr sz="2200">
                <a:solidFill>
                  <a:schemeClr val="dk1"/>
                </a:solidFill>
              </a:defRPr>
            </a:lvl6pPr>
            <a:lvl7pPr lvl="6" algn="ctr">
              <a:lnSpc>
                <a:spcPct val="90000"/>
              </a:lnSpc>
              <a:spcBef>
                <a:spcPts val="0"/>
              </a:spcBef>
              <a:spcAft>
                <a:spcPts val="0"/>
              </a:spcAft>
              <a:buNone/>
              <a:defRPr sz="2200">
                <a:solidFill>
                  <a:schemeClr val="dk1"/>
                </a:solidFill>
              </a:defRPr>
            </a:lvl7pPr>
            <a:lvl8pPr lvl="7" algn="ctr">
              <a:lnSpc>
                <a:spcPct val="90000"/>
              </a:lnSpc>
              <a:spcBef>
                <a:spcPts val="0"/>
              </a:spcBef>
              <a:spcAft>
                <a:spcPts val="0"/>
              </a:spcAft>
              <a:buNone/>
              <a:defRPr sz="2200">
                <a:solidFill>
                  <a:schemeClr val="dk1"/>
                </a:solidFill>
              </a:defRPr>
            </a:lvl8pPr>
            <a:lvl9pPr lvl="8" algn="ctr">
              <a:lnSpc>
                <a:spcPct val="90000"/>
              </a:lnSpc>
              <a:spcBef>
                <a:spcPts val="0"/>
              </a:spcBef>
              <a:spcAft>
                <a:spcPts val="0"/>
              </a:spcAft>
              <a:buNone/>
              <a:defRPr sz="2200">
                <a:solidFill>
                  <a:schemeClr val="dk1"/>
                </a:solidFil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USTOM_7_1_1_1_1_1_1_1_1_1_1_1_1_1_1_1_1">
    <p:bg>
      <p:bgPr>
        <a:solidFill>
          <a:schemeClr val="lt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4587725" y="-8750"/>
            <a:ext cx="4572000" cy="5152200"/>
          </a:xfrm>
          <a:prstGeom prst="rect">
            <a:avLst/>
          </a:prstGeom>
          <a:noFill/>
          <a:ln>
            <a:noFill/>
          </a:ln>
        </p:spPr>
      </p:sp>
      <p:sp>
        <p:nvSpPr>
          <p:cNvPr id="161" name="Google Shape;161;p24"/>
          <p:cNvSpPr txBox="1"/>
          <p:nvPr>
            <p:ph type="title"/>
          </p:nvPr>
        </p:nvSpPr>
        <p:spPr>
          <a:xfrm>
            <a:off x="361975" y="923525"/>
            <a:ext cx="3860100" cy="587700"/>
          </a:xfrm>
          <a:prstGeom prst="rect">
            <a:avLst/>
          </a:prstGeom>
        </p:spPr>
        <p:txBody>
          <a:bodyPr anchorCtr="0" anchor="t" bIns="91425" lIns="91425" spcFirstLastPara="1" rIns="91425" wrap="square" tIns="91425">
            <a:noAutofit/>
          </a:bodyPr>
          <a:lstStyle>
            <a:lvl1pPr lvl="0" algn="ctr">
              <a:lnSpc>
                <a:spcPct val="80000"/>
              </a:lnSpc>
              <a:spcBef>
                <a:spcPts val="0"/>
              </a:spcBef>
              <a:spcAft>
                <a:spcPts val="0"/>
              </a:spcAft>
              <a:buNone/>
              <a:defRPr sz="4200">
                <a:solidFill>
                  <a:schemeClr val="dk1"/>
                </a:solidFill>
              </a:defRPr>
            </a:lvl1pPr>
            <a:lvl2pPr lvl="1" algn="ctr">
              <a:lnSpc>
                <a:spcPct val="115000"/>
              </a:lnSpc>
              <a:spcBef>
                <a:spcPts val="0"/>
              </a:spcBef>
              <a:spcAft>
                <a:spcPts val="0"/>
              </a:spcAft>
              <a:buNone/>
              <a:defRPr>
                <a:solidFill>
                  <a:schemeClr val="dk1"/>
                </a:solidFill>
              </a:defRPr>
            </a:lvl2pPr>
            <a:lvl3pPr lvl="2" algn="ctr">
              <a:lnSpc>
                <a:spcPct val="115000"/>
              </a:lnSpc>
              <a:spcBef>
                <a:spcPts val="0"/>
              </a:spcBef>
              <a:spcAft>
                <a:spcPts val="0"/>
              </a:spcAft>
              <a:buNone/>
              <a:defRPr>
                <a:solidFill>
                  <a:schemeClr val="dk1"/>
                </a:solidFill>
              </a:defRPr>
            </a:lvl3pPr>
            <a:lvl4pPr lvl="3" algn="ctr">
              <a:lnSpc>
                <a:spcPct val="115000"/>
              </a:lnSpc>
              <a:spcBef>
                <a:spcPts val="0"/>
              </a:spcBef>
              <a:spcAft>
                <a:spcPts val="0"/>
              </a:spcAft>
              <a:buNone/>
              <a:defRPr>
                <a:solidFill>
                  <a:schemeClr val="dk1"/>
                </a:solidFill>
              </a:defRPr>
            </a:lvl4pPr>
            <a:lvl5pPr lvl="4" algn="ctr">
              <a:lnSpc>
                <a:spcPct val="115000"/>
              </a:lnSpc>
              <a:spcBef>
                <a:spcPts val="0"/>
              </a:spcBef>
              <a:spcAft>
                <a:spcPts val="0"/>
              </a:spcAft>
              <a:buNone/>
              <a:defRPr>
                <a:solidFill>
                  <a:schemeClr val="dk1"/>
                </a:solidFill>
              </a:defRPr>
            </a:lvl5pPr>
            <a:lvl6pPr lvl="5" algn="ctr">
              <a:lnSpc>
                <a:spcPct val="115000"/>
              </a:lnSpc>
              <a:spcBef>
                <a:spcPts val="0"/>
              </a:spcBef>
              <a:spcAft>
                <a:spcPts val="0"/>
              </a:spcAft>
              <a:buNone/>
              <a:defRPr>
                <a:solidFill>
                  <a:schemeClr val="dk1"/>
                </a:solidFill>
              </a:defRPr>
            </a:lvl6pPr>
            <a:lvl7pPr lvl="6" algn="ctr">
              <a:lnSpc>
                <a:spcPct val="115000"/>
              </a:lnSpc>
              <a:spcBef>
                <a:spcPts val="0"/>
              </a:spcBef>
              <a:spcAft>
                <a:spcPts val="0"/>
              </a:spcAft>
              <a:buNone/>
              <a:defRPr>
                <a:solidFill>
                  <a:schemeClr val="dk1"/>
                </a:solidFill>
              </a:defRPr>
            </a:lvl7pPr>
            <a:lvl8pPr lvl="7" algn="ctr">
              <a:lnSpc>
                <a:spcPct val="115000"/>
              </a:lnSpc>
              <a:spcBef>
                <a:spcPts val="0"/>
              </a:spcBef>
              <a:spcAft>
                <a:spcPts val="0"/>
              </a:spcAft>
              <a:buNone/>
              <a:defRPr>
                <a:solidFill>
                  <a:schemeClr val="dk1"/>
                </a:solidFill>
              </a:defRPr>
            </a:lvl8pPr>
            <a:lvl9pPr lvl="8" algn="ctr">
              <a:lnSpc>
                <a:spcPct val="115000"/>
              </a:lnSpc>
              <a:spcBef>
                <a:spcPts val="0"/>
              </a:spcBef>
              <a:spcAft>
                <a:spcPts val="0"/>
              </a:spcAft>
              <a:buNone/>
              <a:defRPr>
                <a:solidFill>
                  <a:schemeClr val="dk1"/>
                </a:solidFill>
              </a:defRPr>
            </a:lvl9pPr>
          </a:lstStyle>
          <a:p/>
        </p:txBody>
      </p:sp>
      <p:sp>
        <p:nvSpPr>
          <p:cNvPr id="162" name="Google Shape;162;p24"/>
          <p:cNvSpPr txBox="1"/>
          <p:nvPr>
            <p:ph idx="1" type="subTitle"/>
          </p:nvPr>
        </p:nvSpPr>
        <p:spPr>
          <a:xfrm>
            <a:off x="361975" y="255533"/>
            <a:ext cx="3860100" cy="377400"/>
          </a:xfrm>
          <a:prstGeom prst="rect">
            <a:avLst/>
          </a:prstGeom>
        </p:spPr>
        <p:txBody>
          <a:bodyPr anchorCtr="0" anchor="t" bIns="91425" lIns="91425" spcFirstLastPara="1" rIns="91425" wrap="square" tIns="91425">
            <a:noAutofit/>
          </a:bodyPr>
          <a:lstStyle>
            <a:lvl1pPr lvl="0"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Font typeface="Newsreader"/>
              <a:buNone/>
              <a:defRPr>
                <a:solidFill>
                  <a:schemeClr val="dk1"/>
                </a:solidFill>
              </a:defRPr>
            </a:lvl2pPr>
            <a:lvl3pPr lvl="2">
              <a:spcBef>
                <a:spcPts val="0"/>
              </a:spcBef>
              <a:spcAft>
                <a:spcPts val="0"/>
              </a:spcAft>
              <a:buClr>
                <a:schemeClr val="dk1"/>
              </a:buClr>
              <a:buSzPts val="1400"/>
              <a:buFont typeface="Newsreader"/>
              <a:buNone/>
              <a:defRPr>
                <a:solidFill>
                  <a:schemeClr val="dk1"/>
                </a:solidFill>
              </a:defRPr>
            </a:lvl3pPr>
            <a:lvl4pPr lvl="3">
              <a:spcBef>
                <a:spcPts val="0"/>
              </a:spcBef>
              <a:spcAft>
                <a:spcPts val="0"/>
              </a:spcAft>
              <a:buClr>
                <a:schemeClr val="dk1"/>
              </a:buClr>
              <a:buSzPts val="1400"/>
              <a:buFont typeface="Newsreader"/>
              <a:buNone/>
              <a:defRPr>
                <a:solidFill>
                  <a:schemeClr val="dk1"/>
                </a:solidFill>
              </a:defRPr>
            </a:lvl4pPr>
            <a:lvl5pPr lvl="4">
              <a:spcBef>
                <a:spcPts val="0"/>
              </a:spcBef>
              <a:spcAft>
                <a:spcPts val="0"/>
              </a:spcAft>
              <a:buClr>
                <a:schemeClr val="dk1"/>
              </a:buClr>
              <a:buSzPts val="1400"/>
              <a:buFont typeface="Newsreader"/>
              <a:buNone/>
              <a:defRPr>
                <a:solidFill>
                  <a:schemeClr val="dk1"/>
                </a:solidFill>
              </a:defRPr>
            </a:lvl5pPr>
            <a:lvl6pPr lvl="5">
              <a:spcBef>
                <a:spcPts val="0"/>
              </a:spcBef>
              <a:spcAft>
                <a:spcPts val="0"/>
              </a:spcAft>
              <a:buClr>
                <a:schemeClr val="dk1"/>
              </a:buClr>
              <a:buSzPts val="1400"/>
              <a:buFont typeface="Newsreader"/>
              <a:buNone/>
              <a:defRPr>
                <a:solidFill>
                  <a:schemeClr val="dk1"/>
                </a:solidFill>
              </a:defRPr>
            </a:lvl6pPr>
            <a:lvl7pPr lvl="6">
              <a:spcBef>
                <a:spcPts val="0"/>
              </a:spcBef>
              <a:spcAft>
                <a:spcPts val="0"/>
              </a:spcAft>
              <a:buClr>
                <a:schemeClr val="dk1"/>
              </a:buClr>
              <a:buSzPts val="1400"/>
              <a:buFont typeface="Newsreader"/>
              <a:buNone/>
              <a:defRPr>
                <a:solidFill>
                  <a:schemeClr val="dk1"/>
                </a:solidFill>
              </a:defRPr>
            </a:lvl7pPr>
            <a:lvl8pPr lvl="7">
              <a:spcBef>
                <a:spcPts val="0"/>
              </a:spcBef>
              <a:spcAft>
                <a:spcPts val="0"/>
              </a:spcAft>
              <a:buClr>
                <a:schemeClr val="dk1"/>
              </a:buClr>
              <a:buSzPts val="1400"/>
              <a:buFont typeface="Newsreader"/>
              <a:buNone/>
              <a:defRPr>
                <a:solidFill>
                  <a:schemeClr val="dk1"/>
                </a:solidFill>
              </a:defRPr>
            </a:lvl8pPr>
            <a:lvl9pPr lvl="8">
              <a:spcBef>
                <a:spcPts val="0"/>
              </a:spcBef>
              <a:spcAft>
                <a:spcPts val="0"/>
              </a:spcAft>
              <a:buClr>
                <a:schemeClr val="dk1"/>
              </a:buClr>
              <a:buSzPts val="1400"/>
              <a:buFont typeface="Newsreader"/>
              <a:buNone/>
              <a:defRPr>
                <a:solidFill>
                  <a:schemeClr val="dk1"/>
                </a:solidFill>
              </a:defRPr>
            </a:lvl9pPr>
          </a:lstStyle>
          <a:p/>
        </p:txBody>
      </p:sp>
      <p:sp>
        <p:nvSpPr>
          <p:cNvPr id="163" name="Google Shape;163;p24"/>
          <p:cNvSpPr txBox="1"/>
          <p:nvPr>
            <p:ph idx="3" type="body"/>
          </p:nvPr>
        </p:nvSpPr>
        <p:spPr>
          <a:xfrm>
            <a:off x="547575" y="3337797"/>
            <a:ext cx="3492600" cy="1327500"/>
          </a:xfrm>
          <a:prstGeom prst="rect">
            <a:avLst/>
          </a:prstGeom>
        </p:spPr>
        <p:txBody>
          <a:bodyPr anchorCtr="0" anchor="b" bIns="91425" lIns="91425" spcFirstLastPara="1" rIns="91425" wrap="square" tIns="91425">
            <a:noAutofit/>
          </a:bodyPr>
          <a:lstStyle>
            <a:lvl1pPr indent="-292100" lvl="0" marL="457200" algn="ctr">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gn="ctr">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gn="ctr">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er and Four steps">
  <p:cSld name="CUSTOM_7_1_1_1_1_1_1_1_1_1_1_1_1_1_1_1_1_1_2">
    <p:bg>
      <p:bgPr>
        <a:solidFill>
          <a:schemeClr val="lt1"/>
        </a:solidFill>
      </p:bgPr>
    </p:bg>
    <p:spTree>
      <p:nvGrpSpPr>
        <p:cNvPr id="164" name="Shape 164"/>
        <p:cNvGrpSpPr/>
        <p:nvPr/>
      </p:nvGrpSpPr>
      <p:grpSpPr>
        <a:xfrm>
          <a:off x="0" y="0"/>
          <a:ext cx="0" cy="0"/>
          <a:chOff x="0" y="0"/>
          <a:chExt cx="0" cy="0"/>
        </a:xfrm>
      </p:grpSpPr>
      <p:sp>
        <p:nvSpPr>
          <p:cNvPr id="165" name="Google Shape;165;p2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66" name="Google Shape;166;p2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67" name="Google Shape;167;p25"/>
          <p:cNvSpPr/>
          <p:nvPr/>
        </p:nvSpPr>
        <p:spPr>
          <a:xfrm>
            <a:off x="50" y="2785800"/>
            <a:ext cx="2294400" cy="2357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8" name="Google Shape;168;p25"/>
          <p:cNvSpPr/>
          <p:nvPr/>
        </p:nvSpPr>
        <p:spPr>
          <a:xfrm>
            <a:off x="2286125" y="2068875"/>
            <a:ext cx="2294400" cy="30747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69" name="Google Shape;169;p25"/>
          <p:cNvSpPr/>
          <p:nvPr/>
        </p:nvSpPr>
        <p:spPr>
          <a:xfrm>
            <a:off x="4565475" y="1495326"/>
            <a:ext cx="2294400" cy="3648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0" name="Google Shape;170;p25"/>
          <p:cNvSpPr/>
          <p:nvPr/>
        </p:nvSpPr>
        <p:spPr>
          <a:xfrm>
            <a:off x="6849550" y="732775"/>
            <a:ext cx="2294400" cy="4410600"/>
          </a:xfrm>
          <a:prstGeom prst="rect">
            <a:avLst/>
          </a:prstGeom>
          <a:solidFill>
            <a:schemeClr val="accent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171" name="Google Shape;171;p25"/>
          <p:cNvSpPr txBox="1"/>
          <p:nvPr/>
        </p:nvSpPr>
        <p:spPr>
          <a:xfrm>
            <a:off x="375350"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01</a:t>
            </a:r>
            <a:endParaRPr sz="3000">
              <a:solidFill>
                <a:schemeClr val="lt1"/>
              </a:solidFill>
              <a:latin typeface="Newsreader"/>
              <a:ea typeface="Newsreader"/>
              <a:cs typeface="Newsreader"/>
              <a:sym typeface="Newsreader"/>
            </a:endParaRPr>
          </a:p>
        </p:txBody>
      </p:sp>
      <p:sp>
        <p:nvSpPr>
          <p:cNvPr id="172" name="Google Shape;172;p25"/>
          <p:cNvSpPr txBox="1"/>
          <p:nvPr/>
        </p:nvSpPr>
        <p:spPr>
          <a:xfrm>
            <a:off x="26651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dk1"/>
                </a:solidFill>
                <a:latin typeface="Newsreader"/>
                <a:ea typeface="Newsreader"/>
                <a:cs typeface="Newsreader"/>
                <a:sym typeface="Newsreader"/>
              </a:rPr>
              <a:t>02</a:t>
            </a:r>
            <a:endParaRPr sz="3000">
              <a:solidFill>
                <a:schemeClr val="dk1"/>
              </a:solidFill>
              <a:latin typeface="Newsreader"/>
              <a:ea typeface="Newsreader"/>
              <a:cs typeface="Newsreader"/>
              <a:sym typeface="Newsreader"/>
            </a:endParaRPr>
          </a:p>
        </p:txBody>
      </p:sp>
      <p:sp>
        <p:nvSpPr>
          <p:cNvPr id="173" name="Google Shape;173;p25"/>
          <p:cNvSpPr txBox="1"/>
          <p:nvPr/>
        </p:nvSpPr>
        <p:spPr>
          <a:xfrm>
            <a:off x="4937688"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03</a:t>
            </a:r>
            <a:endParaRPr sz="3000">
              <a:solidFill>
                <a:schemeClr val="lt1"/>
              </a:solidFill>
              <a:latin typeface="Newsreader"/>
              <a:ea typeface="Newsreader"/>
              <a:cs typeface="Newsreader"/>
              <a:sym typeface="Newsreader"/>
            </a:endParaRPr>
          </a:p>
        </p:txBody>
      </p:sp>
      <p:sp>
        <p:nvSpPr>
          <p:cNvPr id="174" name="Google Shape;174;p25"/>
          <p:cNvSpPr txBox="1"/>
          <p:nvPr/>
        </p:nvSpPr>
        <p:spPr>
          <a:xfrm>
            <a:off x="7230513" y="4481351"/>
            <a:ext cx="675900" cy="152400"/>
          </a:xfrm>
          <a:prstGeom prst="rect">
            <a:avLst/>
          </a:prstGeom>
          <a:noFill/>
          <a:ln>
            <a:noFill/>
          </a:ln>
        </p:spPr>
        <p:txBody>
          <a:bodyPr anchorCtr="0" anchor="b" bIns="0" lIns="0" spcFirstLastPara="1" rIns="91425" wrap="square" tIns="0">
            <a:noAutofit/>
          </a:bodyPr>
          <a:lstStyle/>
          <a:p>
            <a:pPr indent="0" lvl="0" marL="0" rtl="0" algn="l">
              <a:lnSpc>
                <a:spcPct val="90000"/>
              </a:lnSpc>
              <a:spcBef>
                <a:spcPts val="0"/>
              </a:spcBef>
              <a:spcAft>
                <a:spcPts val="0"/>
              </a:spcAft>
              <a:buNone/>
            </a:pPr>
            <a:r>
              <a:rPr lang="en" sz="3000">
                <a:solidFill>
                  <a:schemeClr val="lt1"/>
                </a:solidFill>
                <a:latin typeface="Newsreader"/>
                <a:ea typeface="Newsreader"/>
                <a:cs typeface="Newsreader"/>
                <a:sym typeface="Newsreader"/>
              </a:rPr>
              <a:t>04</a:t>
            </a:r>
            <a:endParaRPr sz="3000">
              <a:solidFill>
                <a:schemeClr val="lt1"/>
              </a:solidFill>
              <a:latin typeface="Newsreader"/>
              <a:ea typeface="Newsreader"/>
              <a:cs typeface="Newsreader"/>
              <a:sym typeface="Newsreader"/>
            </a:endParaRPr>
          </a:p>
        </p:txBody>
      </p:sp>
      <p:sp>
        <p:nvSpPr>
          <p:cNvPr id="175" name="Google Shape;175;p25"/>
          <p:cNvSpPr txBox="1"/>
          <p:nvPr>
            <p:ph type="title"/>
          </p:nvPr>
        </p:nvSpPr>
        <p:spPr>
          <a:xfrm>
            <a:off x="361975" y="988782"/>
            <a:ext cx="3231600" cy="7605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200"/>
              <a:buFont typeface="Newsreader"/>
              <a:buNone/>
              <a:defRPr sz="2200">
                <a:solidFill>
                  <a:schemeClr val="dk1"/>
                </a:solidFill>
              </a:defRPr>
            </a:lvl1pPr>
            <a:lvl2pPr lvl="1">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2pPr>
            <a:lvl3pPr lvl="2">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3pPr>
            <a:lvl4pPr lvl="3">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4pPr>
            <a:lvl5pPr lvl="4">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5pPr>
            <a:lvl6pPr lvl="5">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6pPr>
            <a:lvl7pPr lvl="6">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7pPr>
            <a:lvl8pPr lvl="7">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8pPr>
            <a:lvl9pPr lvl="8">
              <a:spcBef>
                <a:spcPts val="0"/>
              </a:spcBef>
              <a:spcAft>
                <a:spcPts val="0"/>
              </a:spcAft>
              <a:buClr>
                <a:schemeClr val="dk1"/>
              </a:buClr>
              <a:buSzPts val="2200"/>
              <a:buFont typeface="Newsreader"/>
              <a:buNone/>
              <a:defRPr sz="2200">
                <a:solidFill>
                  <a:schemeClr val="dk1"/>
                </a:solidFill>
                <a:latin typeface="Newsreader"/>
                <a:ea typeface="Newsreader"/>
                <a:cs typeface="Newsreader"/>
                <a:sym typeface="Newsreader"/>
              </a:defRPr>
            </a:lvl9pPr>
          </a:lstStyle>
          <a:p/>
        </p:txBody>
      </p:sp>
      <p:sp>
        <p:nvSpPr>
          <p:cNvPr id="176" name="Google Shape;176;p25"/>
          <p:cNvSpPr txBox="1"/>
          <p:nvPr>
            <p:ph idx="2" type="subTitle"/>
          </p:nvPr>
        </p:nvSpPr>
        <p:spPr>
          <a:xfrm>
            <a:off x="382691" y="3129231"/>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7" name="Google Shape;177;p25"/>
          <p:cNvSpPr txBox="1"/>
          <p:nvPr>
            <p:ph idx="3" type="subTitle"/>
          </p:nvPr>
        </p:nvSpPr>
        <p:spPr>
          <a:xfrm>
            <a:off x="377048" y="3344302"/>
            <a:ext cx="1689600" cy="969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78" name="Google Shape;178;p25"/>
          <p:cNvSpPr txBox="1"/>
          <p:nvPr>
            <p:ph idx="4" type="subTitle"/>
          </p:nvPr>
        </p:nvSpPr>
        <p:spPr>
          <a:xfrm>
            <a:off x="2671462" y="2450249"/>
            <a:ext cx="1257300" cy="1524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9" name="Google Shape;179;p25"/>
          <p:cNvSpPr txBox="1"/>
          <p:nvPr>
            <p:ph idx="5" type="subTitle"/>
          </p:nvPr>
        </p:nvSpPr>
        <p:spPr>
          <a:xfrm>
            <a:off x="2665825" y="2665171"/>
            <a:ext cx="1689600" cy="14232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
        <p:nvSpPr>
          <p:cNvPr id="180" name="Google Shape;180;p25"/>
          <p:cNvSpPr txBox="1"/>
          <p:nvPr>
            <p:ph idx="6" type="subTitle"/>
          </p:nvPr>
        </p:nvSpPr>
        <p:spPr>
          <a:xfrm>
            <a:off x="4943337" y="18846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1" name="Google Shape;181;p25"/>
          <p:cNvSpPr txBox="1"/>
          <p:nvPr>
            <p:ph idx="7" type="subTitle"/>
          </p:nvPr>
        </p:nvSpPr>
        <p:spPr>
          <a:xfrm>
            <a:off x="4937700" y="2099593"/>
            <a:ext cx="1689600" cy="1620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
        <p:nvSpPr>
          <p:cNvPr id="182" name="Google Shape;182;p25"/>
          <p:cNvSpPr txBox="1"/>
          <p:nvPr>
            <p:ph idx="8" type="subTitle"/>
          </p:nvPr>
        </p:nvSpPr>
        <p:spPr>
          <a:xfrm>
            <a:off x="7238787" y="1057472"/>
            <a:ext cx="1257300" cy="1524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3" name="Google Shape;183;p25"/>
          <p:cNvSpPr txBox="1"/>
          <p:nvPr>
            <p:ph idx="9" type="subTitle"/>
          </p:nvPr>
        </p:nvSpPr>
        <p:spPr>
          <a:xfrm>
            <a:off x="7233150" y="1272358"/>
            <a:ext cx="1689600" cy="21960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Light">
  <p:cSld name="CUSTOM_7_1_1_1_1_1_1_1_1_1_1_1_1_1_1_1_1_1_1_1">
    <p:spTree>
      <p:nvGrpSpPr>
        <p:cNvPr id="184" name="Shape 184"/>
        <p:cNvGrpSpPr/>
        <p:nvPr/>
      </p:nvGrpSpPr>
      <p:grpSpPr>
        <a:xfrm>
          <a:off x="0" y="0"/>
          <a:ext cx="0" cy="0"/>
          <a:chOff x="0" y="0"/>
          <a:chExt cx="0" cy="0"/>
        </a:xfrm>
      </p:grpSpPr>
      <p:sp>
        <p:nvSpPr>
          <p:cNvPr id="185" name="Google Shape;185;p2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7" name="Google Shape;187;p26"/>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lvl1pPr>
            <a:lvl2pPr lvl="1">
              <a:spcBef>
                <a:spcPts val="0"/>
              </a:spcBef>
              <a:spcAft>
                <a:spcPts val="0"/>
              </a:spcAft>
              <a:buNone/>
              <a:defRPr sz="2500"/>
            </a:lvl2pPr>
            <a:lvl3pPr lvl="2">
              <a:spcBef>
                <a:spcPts val="0"/>
              </a:spcBef>
              <a:spcAft>
                <a:spcPts val="0"/>
              </a:spcAft>
              <a:buNone/>
              <a:defRPr sz="2500"/>
            </a:lvl3pPr>
            <a:lvl4pPr lvl="3">
              <a:spcBef>
                <a:spcPts val="0"/>
              </a:spcBef>
              <a:spcAft>
                <a:spcPts val="0"/>
              </a:spcAft>
              <a:buNone/>
              <a:defRPr sz="2500"/>
            </a:lvl4pPr>
            <a:lvl5pPr lvl="4">
              <a:spcBef>
                <a:spcPts val="0"/>
              </a:spcBef>
              <a:spcAft>
                <a:spcPts val="0"/>
              </a:spcAft>
              <a:buNone/>
              <a:defRPr sz="2500"/>
            </a:lvl5pPr>
            <a:lvl6pPr lvl="5">
              <a:spcBef>
                <a:spcPts val="0"/>
              </a:spcBef>
              <a:spcAft>
                <a:spcPts val="0"/>
              </a:spcAft>
              <a:buNone/>
              <a:defRPr sz="2500"/>
            </a:lvl6pPr>
            <a:lvl7pPr lvl="6">
              <a:spcBef>
                <a:spcPts val="0"/>
              </a:spcBef>
              <a:spcAft>
                <a:spcPts val="0"/>
              </a:spcAft>
              <a:buNone/>
              <a:defRPr sz="2500"/>
            </a:lvl7pPr>
            <a:lvl8pPr lvl="7">
              <a:spcBef>
                <a:spcPts val="0"/>
              </a:spcBef>
              <a:spcAft>
                <a:spcPts val="0"/>
              </a:spcAft>
              <a:buNone/>
              <a:defRPr sz="2500"/>
            </a:lvl8pPr>
            <a:lvl9pPr lvl="8">
              <a:spcBef>
                <a:spcPts val="0"/>
              </a:spcBef>
              <a:spcAft>
                <a:spcPts val="0"/>
              </a:spcAft>
              <a:buNone/>
              <a:defRPr sz="2500"/>
            </a:lvl9pPr>
          </a:lstStyle>
          <a:p/>
        </p:txBody>
      </p:sp>
      <p:sp>
        <p:nvSpPr>
          <p:cNvPr id="188" name="Google Shape;188;p26"/>
          <p:cNvSpPr/>
          <p:nvPr>
            <p:ph idx="2" type="pic"/>
          </p:nvPr>
        </p:nvSpPr>
        <p:spPr>
          <a:xfrm>
            <a:off x="1442350" y="3492500"/>
            <a:ext cx="408900" cy="408900"/>
          </a:xfrm>
          <a:prstGeom prst="ellipse">
            <a:avLst/>
          </a:prstGeom>
          <a:noFill/>
          <a:ln>
            <a:noFill/>
          </a:ln>
        </p:spPr>
      </p:sp>
      <p:sp>
        <p:nvSpPr>
          <p:cNvPr id="189" name="Google Shape;189;p26"/>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000"/>
              <a:buFont typeface="DM Sans SemiBold"/>
              <a:buNone/>
              <a:defRPr sz="1000">
                <a:latin typeface="DM Sans SemiBold"/>
                <a:ea typeface="DM Sans SemiBold"/>
                <a:cs typeface="DM Sans SemiBold"/>
                <a:sym typeface="DM Sans SemiBold"/>
              </a:defRPr>
            </a:lvl2pPr>
            <a:lvl3pPr lvl="2">
              <a:spcBef>
                <a:spcPts val="0"/>
              </a:spcBef>
              <a:spcAft>
                <a:spcPts val="0"/>
              </a:spcAft>
              <a:buSzPts val="1000"/>
              <a:buFont typeface="DM Sans SemiBold"/>
              <a:buNone/>
              <a:defRPr sz="1000">
                <a:latin typeface="DM Sans SemiBold"/>
                <a:ea typeface="DM Sans SemiBold"/>
                <a:cs typeface="DM Sans SemiBold"/>
                <a:sym typeface="DM Sans SemiBold"/>
              </a:defRPr>
            </a:lvl3pPr>
            <a:lvl4pPr lvl="3">
              <a:spcBef>
                <a:spcPts val="0"/>
              </a:spcBef>
              <a:spcAft>
                <a:spcPts val="0"/>
              </a:spcAft>
              <a:buSzPts val="1000"/>
              <a:buFont typeface="DM Sans SemiBold"/>
              <a:buNone/>
              <a:defRPr sz="1000">
                <a:latin typeface="DM Sans SemiBold"/>
                <a:ea typeface="DM Sans SemiBold"/>
                <a:cs typeface="DM Sans SemiBold"/>
                <a:sym typeface="DM Sans SemiBold"/>
              </a:defRPr>
            </a:lvl4pPr>
            <a:lvl5pPr lvl="4">
              <a:spcBef>
                <a:spcPts val="0"/>
              </a:spcBef>
              <a:spcAft>
                <a:spcPts val="0"/>
              </a:spcAft>
              <a:buSzPts val="1000"/>
              <a:buFont typeface="DM Sans SemiBold"/>
              <a:buNone/>
              <a:defRPr sz="1000">
                <a:latin typeface="DM Sans SemiBold"/>
                <a:ea typeface="DM Sans SemiBold"/>
                <a:cs typeface="DM Sans SemiBold"/>
                <a:sym typeface="DM Sans SemiBold"/>
              </a:defRPr>
            </a:lvl5pPr>
            <a:lvl6pPr lvl="5">
              <a:spcBef>
                <a:spcPts val="0"/>
              </a:spcBef>
              <a:spcAft>
                <a:spcPts val="0"/>
              </a:spcAft>
              <a:buSzPts val="1000"/>
              <a:buFont typeface="DM Sans SemiBold"/>
              <a:buNone/>
              <a:defRPr sz="1000">
                <a:latin typeface="DM Sans SemiBold"/>
                <a:ea typeface="DM Sans SemiBold"/>
                <a:cs typeface="DM Sans SemiBold"/>
                <a:sym typeface="DM Sans SemiBold"/>
              </a:defRPr>
            </a:lvl6pPr>
            <a:lvl7pPr lvl="6">
              <a:spcBef>
                <a:spcPts val="0"/>
              </a:spcBef>
              <a:spcAft>
                <a:spcPts val="0"/>
              </a:spcAft>
              <a:buSzPts val="1000"/>
              <a:buFont typeface="DM Sans SemiBold"/>
              <a:buNone/>
              <a:defRPr sz="1000">
                <a:latin typeface="DM Sans SemiBold"/>
                <a:ea typeface="DM Sans SemiBold"/>
                <a:cs typeface="DM Sans SemiBold"/>
                <a:sym typeface="DM Sans SemiBold"/>
              </a:defRPr>
            </a:lvl7pPr>
            <a:lvl8pPr lvl="7">
              <a:spcBef>
                <a:spcPts val="0"/>
              </a:spcBef>
              <a:spcAft>
                <a:spcPts val="0"/>
              </a:spcAft>
              <a:buSzPts val="1000"/>
              <a:buFont typeface="DM Sans SemiBold"/>
              <a:buNone/>
              <a:defRPr sz="1000">
                <a:latin typeface="DM Sans SemiBold"/>
                <a:ea typeface="DM Sans SemiBold"/>
                <a:cs typeface="DM Sans SemiBold"/>
                <a:sym typeface="DM Sans SemiBold"/>
              </a:defRPr>
            </a:lvl8pPr>
            <a:lvl9pPr lvl="8">
              <a:spcBef>
                <a:spcPts val="0"/>
              </a:spcBef>
              <a:spcAft>
                <a:spcPts val="0"/>
              </a:spcAft>
              <a:buSzPts val="1000"/>
              <a:buFont typeface="DM Sans SemiBold"/>
              <a:buNone/>
              <a:defRPr sz="1000">
                <a:latin typeface="DM Sans SemiBold"/>
                <a:ea typeface="DM Sans SemiBold"/>
                <a:cs typeface="DM Sans SemiBold"/>
                <a:sym typeface="DM Sans SemiBold"/>
              </a:defRPr>
            </a:lvl9pPr>
          </a:lstStyle>
          <a:p/>
        </p:txBody>
      </p:sp>
      <p:sp>
        <p:nvSpPr>
          <p:cNvPr id="190" name="Google Shape;190;p26"/>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000"/>
              <a:buFont typeface="DM Sans Light"/>
              <a:buNone/>
              <a:defRPr sz="1000">
                <a:latin typeface="DM Sans Light"/>
                <a:ea typeface="DM Sans Light"/>
                <a:cs typeface="DM Sans Light"/>
                <a:sym typeface="DM Sans Light"/>
              </a:defRPr>
            </a:lvl2pPr>
            <a:lvl3pPr lvl="2">
              <a:spcBef>
                <a:spcPts val="0"/>
              </a:spcBef>
              <a:spcAft>
                <a:spcPts val="0"/>
              </a:spcAft>
              <a:buSzPts val="1000"/>
              <a:buFont typeface="DM Sans Light"/>
              <a:buNone/>
              <a:defRPr sz="1000">
                <a:latin typeface="DM Sans Light"/>
                <a:ea typeface="DM Sans Light"/>
                <a:cs typeface="DM Sans Light"/>
                <a:sym typeface="DM Sans Light"/>
              </a:defRPr>
            </a:lvl3pPr>
            <a:lvl4pPr lvl="3">
              <a:spcBef>
                <a:spcPts val="0"/>
              </a:spcBef>
              <a:spcAft>
                <a:spcPts val="0"/>
              </a:spcAft>
              <a:buSzPts val="1000"/>
              <a:buFont typeface="DM Sans Light"/>
              <a:buNone/>
              <a:defRPr sz="1000">
                <a:latin typeface="DM Sans Light"/>
                <a:ea typeface="DM Sans Light"/>
                <a:cs typeface="DM Sans Light"/>
                <a:sym typeface="DM Sans Light"/>
              </a:defRPr>
            </a:lvl4pPr>
            <a:lvl5pPr lvl="4">
              <a:spcBef>
                <a:spcPts val="0"/>
              </a:spcBef>
              <a:spcAft>
                <a:spcPts val="0"/>
              </a:spcAft>
              <a:buSzPts val="1000"/>
              <a:buFont typeface="DM Sans Light"/>
              <a:buNone/>
              <a:defRPr sz="1000">
                <a:latin typeface="DM Sans Light"/>
                <a:ea typeface="DM Sans Light"/>
                <a:cs typeface="DM Sans Light"/>
                <a:sym typeface="DM Sans Light"/>
              </a:defRPr>
            </a:lvl5pPr>
            <a:lvl6pPr lvl="5">
              <a:spcBef>
                <a:spcPts val="0"/>
              </a:spcBef>
              <a:spcAft>
                <a:spcPts val="0"/>
              </a:spcAft>
              <a:buSzPts val="1000"/>
              <a:buFont typeface="DM Sans Light"/>
              <a:buNone/>
              <a:defRPr sz="1000">
                <a:latin typeface="DM Sans Light"/>
                <a:ea typeface="DM Sans Light"/>
                <a:cs typeface="DM Sans Light"/>
                <a:sym typeface="DM Sans Light"/>
              </a:defRPr>
            </a:lvl6pPr>
            <a:lvl7pPr lvl="6">
              <a:spcBef>
                <a:spcPts val="0"/>
              </a:spcBef>
              <a:spcAft>
                <a:spcPts val="0"/>
              </a:spcAft>
              <a:buSzPts val="1000"/>
              <a:buFont typeface="DM Sans Light"/>
              <a:buNone/>
              <a:defRPr sz="1000">
                <a:latin typeface="DM Sans Light"/>
                <a:ea typeface="DM Sans Light"/>
                <a:cs typeface="DM Sans Light"/>
                <a:sym typeface="DM Sans Light"/>
              </a:defRPr>
            </a:lvl7pPr>
            <a:lvl8pPr lvl="7">
              <a:spcBef>
                <a:spcPts val="0"/>
              </a:spcBef>
              <a:spcAft>
                <a:spcPts val="0"/>
              </a:spcAft>
              <a:buSzPts val="1000"/>
              <a:buFont typeface="DM Sans Light"/>
              <a:buNone/>
              <a:defRPr sz="1000">
                <a:latin typeface="DM Sans Light"/>
                <a:ea typeface="DM Sans Light"/>
                <a:cs typeface="DM Sans Light"/>
                <a:sym typeface="DM Sans Light"/>
              </a:defRPr>
            </a:lvl8pPr>
            <a:lvl9pPr lvl="8">
              <a:spcBef>
                <a:spcPts val="0"/>
              </a:spcBef>
              <a:spcAft>
                <a:spcPts val="0"/>
              </a:spcAft>
              <a:buSzPts val="1000"/>
              <a:buFont typeface="DM Sans Light"/>
              <a:buNone/>
              <a:defRPr sz="1000">
                <a:latin typeface="DM Sans Light"/>
                <a:ea typeface="DM Sans Light"/>
                <a:cs typeface="DM Sans Light"/>
                <a:sym typeface="DM Sans Light"/>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Dark">
  <p:cSld name="CUSTOM_7_1_1_1_1_1_1_1_1_1_1_1_1_1_1_1_1_1_1_1_1">
    <p:bg>
      <p:bgPr>
        <a:solidFill>
          <a:schemeClr val="lt1"/>
        </a:solidFill>
      </p:bgPr>
    </p:bg>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94" name="Google Shape;194;p27"/>
          <p:cNvSpPr txBox="1"/>
          <p:nvPr>
            <p:ph type="title"/>
          </p:nvPr>
        </p:nvSpPr>
        <p:spPr>
          <a:xfrm>
            <a:off x="1453650" y="1325938"/>
            <a:ext cx="6236700" cy="2011800"/>
          </a:xfrm>
          <a:prstGeom prst="rect">
            <a:avLst/>
          </a:prstGeom>
        </p:spPr>
        <p:txBody>
          <a:bodyPr anchorCtr="0" anchor="t" bIns="0" lIns="0" spcFirstLastPara="1" rIns="0" wrap="square" tIns="0">
            <a:noAutofit/>
          </a:bodyPr>
          <a:lstStyle>
            <a:lvl1pPr lvl="0">
              <a:spcBef>
                <a:spcPts val="0"/>
              </a:spcBef>
              <a:spcAft>
                <a:spcPts val="0"/>
              </a:spcAft>
              <a:buNone/>
              <a:defRPr sz="2500">
                <a:solidFill>
                  <a:schemeClr val="dk1"/>
                </a:solidFill>
              </a:defRPr>
            </a:lvl1pPr>
            <a:lvl2pPr lvl="1">
              <a:spcBef>
                <a:spcPts val="0"/>
              </a:spcBef>
              <a:spcAft>
                <a:spcPts val="0"/>
              </a:spcAft>
              <a:buNone/>
              <a:defRPr sz="2500">
                <a:solidFill>
                  <a:schemeClr val="dk1"/>
                </a:solidFill>
              </a:defRPr>
            </a:lvl2pPr>
            <a:lvl3pPr lvl="2">
              <a:spcBef>
                <a:spcPts val="0"/>
              </a:spcBef>
              <a:spcAft>
                <a:spcPts val="0"/>
              </a:spcAft>
              <a:buNone/>
              <a:defRPr sz="2500">
                <a:solidFill>
                  <a:schemeClr val="dk1"/>
                </a:solidFill>
              </a:defRPr>
            </a:lvl3pPr>
            <a:lvl4pPr lvl="3">
              <a:spcBef>
                <a:spcPts val="0"/>
              </a:spcBef>
              <a:spcAft>
                <a:spcPts val="0"/>
              </a:spcAft>
              <a:buNone/>
              <a:defRPr sz="2500">
                <a:solidFill>
                  <a:schemeClr val="dk1"/>
                </a:solidFill>
              </a:defRPr>
            </a:lvl4pPr>
            <a:lvl5pPr lvl="4">
              <a:spcBef>
                <a:spcPts val="0"/>
              </a:spcBef>
              <a:spcAft>
                <a:spcPts val="0"/>
              </a:spcAft>
              <a:buNone/>
              <a:defRPr sz="2500">
                <a:solidFill>
                  <a:schemeClr val="dk1"/>
                </a:solidFill>
              </a:defRPr>
            </a:lvl5pPr>
            <a:lvl6pPr lvl="5">
              <a:spcBef>
                <a:spcPts val="0"/>
              </a:spcBef>
              <a:spcAft>
                <a:spcPts val="0"/>
              </a:spcAft>
              <a:buNone/>
              <a:defRPr sz="2500">
                <a:solidFill>
                  <a:schemeClr val="dk1"/>
                </a:solidFill>
              </a:defRPr>
            </a:lvl6pPr>
            <a:lvl7pPr lvl="6">
              <a:spcBef>
                <a:spcPts val="0"/>
              </a:spcBef>
              <a:spcAft>
                <a:spcPts val="0"/>
              </a:spcAft>
              <a:buNone/>
              <a:defRPr sz="2500">
                <a:solidFill>
                  <a:schemeClr val="dk1"/>
                </a:solidFill>
              </a:defRPr>
            </a:lvl7pPr>
            <a:lvl8pPr lvl="7">
              <a:spcBef>
                <a:spcPts val="0"/>
              </a:spcBef>
              <a:spcAft>
                <a:spcPts val="0"/>
              </a:spcAft>
              <a:buNone/>
              <a:defRPr sz="2500">
                <a:solidFill>
                  <a:schemeClr val="dk1"/>
                </a:solidFill>
              </a:defRPr>
            </a:lvl8pPr>
            <a:lvl9pPr lvl="8">
              <a:spcBef>
                <a:spcPts val="0"/>
              </a:spcBef>
              <a:spcAft>
                <a:spcPts val="0"/>
              </a:spcAft>
              <a:buNone/>
              <a:defRPr sz="2500">
                <a:solidFill>
                  <a:schemeClr val="dk1"/>
                </a:solidFill>
              </a:defRPr>
            </a:lvl9pPr>
          </a:lstStyle>
          <a:p/>
        </p:txBody>
      </p:sp>
      <p:sp>
        <p:nvSpPr>
          <p:cNvPr id="195" name="Google Shape;195;p27"/>
          <p:cNvSpPr/>
          <p:nvPr>
            <p:ph idx="2" type="pic"/>
          </p:nvPr>
        </p:nvSpPr>
        <p:spPr>
          <a:xfrm>
            <a:off x="1442350" y="3492500"/>
            <a:ext cx="408900" cy="408900"/>
          </a:xfrm>
          <a:prstGeom prst="ellipse">
            <a:avLst/>
          </a:prstGeom>
          <a:noFill/>
          <a:ln>
            <a:noFill/>
          </a:ln>
        </p:spPr>
      </p:sp>
      <p:sp>
        <p:nvSpPr>
          <p:cNvPr id="196" name="Google Shape;196;p27"/>
          <p:cNvSpPr txBox="1"/>
          <p:nvPr>
            <p:ph idx="3" type="subTitle"/>
          </p:nvPr>
        </p:nvSpPr>
        <p:spPr>
          <a:xfrm>
            <a:off x="1957375" y="3536000"/>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1pPr>
            <a:lvl2pPr lvl="1">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2pPr>
            <a:lvl3pPr lvl="2">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3pPr>
            <a:lvl4pPr lvl="3">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4pPr>
            <a:lvl5pPr lvl="4">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5pPr>
            <a:lvl6pPr lvl="5">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6pPr>
            <a:lvl7pPr lvl="6">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7pPr>
            <a:lvl8pPr lvl="7">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8pPr>
            <a:lvl9pPr lvl="8">
              <a:spcBef>
                <a:spcPts val="0"/>
              </a:spcBef>
              <a:spcAft>
                <a:spcPts val="0"/>
              </a:spcAft>
              <a:buClr>
                <a:schemeClr val="dk1"/>
              </a:buClr>
              <a:buSzPts val="1000"/>
              <a:buFont typeface="DM Sans SemiBold"/>
              <a:buNone/>
              <a:defRPr sz="1000">
                <a:solidFill>
                  <a:schemeClr val="dk1"/>
                </a:solidFill>
                <a:latin typeface="DM Sans SemiBold"/>
                <a:ea typeface="DM Sans SemiBold"/>
                <a:cs typeface="DM Sans SemiBold"/>
                <a:sym typeface="DM Sans SemiBold"/>
              </a:defRPr>
            </a:lvl9pPr>
          </a:lstStyle>
          <a:p/>
        </p:txBody>
      </p:sp>
      <p:sp>
        <p:nvSpPr>
          <p:cNvPr id="197" name="Google Shape;197;p27"/>
          <p:cNvSpPr txBox="1"/>
          <p:nvPr>
            <p:ph idx="4" type="subTitle"/>
          </p:nvPr>
        </p:nvSpPr>
        <p:spPr>
          <a:xfrm>
            <a:off x="1957375" y="3678443"/>
            <a:ext cx="2661600" cy="1878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2pPr>
            <a:lvl3pPr lvl="2">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3pPr>
            <a:lvl4pPr lvl="3">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4pPr>
            <a:lvl5pPr lvl="4">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5pPr>
            <a:lvl6pPr lvl="5">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6pPr>
            <a:lvl7pPr lvl="6">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7pPr>
            <a:lvl8pPr lvl="7">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8pPr>
            <a:lvl9pPr lvl="8">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ve modules">
  <p:cSld name="CUSTOM">
    <p:bg>
      <p:bgPr>
        <a:solidFill>
          <a:schemeClr val="lt1"/>
        </a:solidFill>
      </p:bgPr>
    </p:bg>
    <p:spTree>
      <p:nvGrpSpPr>
        <p:cNvPr id="198" name="Shape 198"/>
        <p:cNvGrpSpPr/>
        <p:nvPr/>
      </p:nvGrpSpPr>
      <p:grpSpPr>
        <a:xfrm>
          <a:off x="0" y="0"/>
          <a:ext cx="0" cy="0"/>
          <a:chOff x="0" y="0"/>
          <a:chExt cx="0" cy="0"/>
        </a:xfrm>
      </p:grpSpPr>
      <p:sp>
        <p:nvSpPr>
          <p:cNvPr id="199" name="Google Shape;199;p28"/>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0" name="Google Shape;200;p28"/>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1" name="Google Shape;201;p28"/>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02" name="Google Shape;202;p28"/>
          <p:cNvSpPr txBox="1"/>
          <p:nvPr>
            <p:ph idx="3" type="body"/>
          </p:nvPr>
        </p:nvSpPr>
        <p:spPr>
          <a:xfrm>
            <a:off x="361975" y="3256513"/>
            <a:ext cx="3860100" cy="1327500"/>
          </a:xfrm>
          <a:prstGeom prst="rect">
            <a:avLst/>
          </a:prstGeom>
        </p:spPr>
        <p:txBody>
          <a:bodyPr anchorCtr="0" anchor="b" bIns="0" lIns="0" spcFirstLastPara="1" rIns="0" wrap="square" tIns="0">
            <a:noAutofit/>
          </a:bodyPr>
          <a:lstStyle>
            <a:lvl1pPr indent="-292100" lvl="0" marL="457200">
              <a:lnSpc>
                <a:spcPct val="100000"/>
              </a:lnSpc>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lnSpc>
                <a:spcPct val="100000"/>
              </a:lnSpc>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lnSpc>
                <a:spcPct val="100000"/>
              </a:lnSpc>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
        <p:nvSpPr>
          <p:cNvPr id="203" name="Google Shape;203;p28"/>
          <p:cNvSpPr txBox="1"/>
          <p:nvPr>
            <p:ph idx="4" type="title"/>
          </p:nvPr>
        </p:nvSpPr>
        <p:spPr>
          <a:xfrm>
            <a:off x="48008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204" name="Google Shape;204;p28"/>
          <p:cNvSpPr txBox="1"/>
          <p:nvPr>
            <p:ph idx="5" type="title"/>
          </p:nvPr>
        </p:nvSpPr>
        <p:spPr>
          <a:xfrm>
            <a:off x="7094925" y="258072"/>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5" name="Google Shape;205;p28"/>
          <p:cNvSpPr txBox="1"/>
          <p:nvPr>
            <p:ph idx="6" type="title"/>
          </p:nvPr>
        </p:nvSpPr>
        <p:spPr>
          <a:xfrm>
            <a:off x="4800825" y="1698225"/>
            <a:ext cx="1762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4200"/>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06" name="Google Shape;206;p28"/>
          <p:cNvSpPr txBox="1"/>
          <p:nvPr>
            <p:ph idx="7" type="body"/>
          </p:nvPr>
        </p:nvSpPr>
        <p:spPr>
          <a:xfrm>
            <a:off x="4800825" y="4122308"/>
            <a:ext cx="39759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07" name="Google Shape;207;p28"/>
          <p:cNvSpPr txBox="1"/>
          <p:nvPr>
            <p:ph idx="8" type="title"/>
          </p:nvPr>
        </p:nvSpPr>
        <p:spPr>
          <a:xfrm>
            <a:off x="4800825" y="3215225"/>
            <a:ext cx="3975900" cy="798900"/>
          </a:xfrm>
          <a:prstGeom prst="rect">
            <a:avLst/>
          </a:prstGeom>
        </p:spPr>
        <p:txBody>
          <a:bodyPr anchorCtr="0" anchor="t" bIns="0" lIns="0" spcFirstLastPara="1" rIns="0" wrap="square" tIns="0">
            <a:noAutofit/>
          </a:bodyPr>
          <a:lstStyle>
            <a:lvl1pPr lvl="0">
              <a:spcBef>
                <a:spcPts val="0"/>
              </a:spcBef>
              <a:spcAft>
                <a:spcPts val="0"/>
              </a:spcAft>
              <a:buNone/>
              <a:defRPr sz="6200"/>
            </a:lvl1pPr>
            <a:lvl2pPr lvl="1">
              <a:spcBef>
                <a:spcPts val="0"/>
              </a:spcBef>
              <a:spcAft>
                <a:spcPts val="0"/>
              </a:spcAft>
              <a:buNone/>
              <a:defRPr sz="2200">
                <a:solidFill>
                  <a:schemeClr val="dk1"/>
                </a:solidFill>
              </a:defRPr>
            </a:lvl2pPr>
            <a:lvl3pPr lvl="2">
              <a:spcBef>
                <a:spcPts val="0"/>
              </a:spcBef>
              <a:spcAft>
                <a:spcPts val="0"/>
              </a:spcAft>
              <a:buNone/>
              <a:defRPr sz="2200">
                <a:solidFill>
                  <a:schemeClr val="dk1"/>
                </a:solidFill>
              </a:defRPr>
            </a:lvl3pPr>
            <a:lvl4pPr lvl="3">
              <a:spcBef>
                <a:spcPts val="0"/>
              </a:spcBef>
              <a:spcAft>
                <a:spcPts val="0"/>
              </a:spcAft>
              <a:buNone/>
              <a:defRPr sz="2200">
                <a:solidFill>
                  <a:schemeClr val="dk1"/>
                </a:solidFill>
              </a:defRPr>
            </a:lvl4pPr>
            <a:lvl5pPr lvl="4">
              <a:spcBef>
                <a:spcPts val="0"/>
              </a:spcBef>
              <a:spcAft>
                <a:spcPts val="0"/>
              </a:spcAft>
              <a:buNone/>
              <a:defRPr sz="2200">
                <a:solidFill>
                  <a:schemeClr val="dk1"/>
                </a:solidFill>
              </a:defRPr>
            </a:lvl5pPr>
            <a:lvl6pPr lvl="5">
              <a:spcBef>
                <a:spcPts val="0"/>
              </a:spcBef>
              <a:spcAft>
                <a:spcPts val="0"/>
              </a:spcAft>
              <a:buNone/>
              <a:defRPr sz="2200">
                <a:solidFill>
                  <a:schemeClr val="dk1"/>
                </a:solidFill>
              </a:defRPr>
            </a:lvl6pPr>
            <a:lvl7pPr lvl="6">
              <a:spcBef>
                <a:spcPts val="0"/>
              </a:spcBef>
              <a:spcAft>
                <a:spcPts val="0"/>
              </a:spcAft>
              <a:buNone/>
              <a:defRPr sz="2200">
                <a:solidFill>
                  <a:schemeClr val="dk1"/>
                </a:solidFill>
              </a:defRPr>
            </a:lvl7pPr>
            <a:lvl8pPr lvl="7">
              <a:spcBef>
                <a:spcPts val="0"/>
              </a:spcBef>
              <a:spcAft>
                <a:spcPts val="0"/>
              </a:spcAft>
              <a:buNone/>
              <a:defRPr sz="2200">
                <a:solidFill>
                  <a:schemeClr val="dk1"/>
                </a:solidFill>
              </a:defRPr>
            </a:lvl8pPr>
            <a:lvl9pPr lvl="8">
              <a:spcBef>
                <a:spcPts val="0"/>
              </a:spcBef>
              <a:spcAft>
                <a:spcPts val="0"/>
              </a:spcAft>
              <a:buNone/>
              <a:defRPr sz="2200">
                <a:solidFill>
                  <a:schemeClr val="dk1"/>
                </a:solidFill>
              </a:defRPr>
            </a:lvl9pPr>
          </a:lstStyle>
          <a:p/>
        </p:txBody>
      </p:sp>
      <p:sp>
        <p:nvSpPr>
          <p:cNvPr id="208" name="Google Shape;208;p28"/>
          <p:cNvSpPr txBox="1"/>
          <p:nvPr>
            <p:ph idx="9" type="body"/>
          </p:nvPr>
        </p:nvSpPr>
        <p:spPr>
          <a:xfrm>
            <a:off x="4800825"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09" name="Google Shape;209;p28"/>
          <p:cNvSpPr txBox="1"/>
          <p:nvPr>
            <p:ph idx="13" type="body"/>
          </p:nvPr>
        </p:nvSpPr>
        <p:spPr>
          <a:xfrm>
            <a:off x="7115650" y="22687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0" name="Google Shape;210;p28"/>
          <p:cNvSpPr txBox="1"/>
          <p:nvPr>
            <p:ph idx="14" type="body"/>
          </p:nvPr>
        </p:nvSpPr>
        <p:spPr>
          <a:xfrm>
            <a:off x="4800825" y="860100"/>
            <a:ext cx="1762200" cy="4617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ix modules">
  <p:cSld name="CUSTOM_1">
    <p:bg>
      <p:bgPr>
        <a:solidFill>
          <a:schemeClr val="lt1"/>
        </a:solidFill>
      </p:bgPr>
    </p:bg>
    <p:spTree>
      <p:nvGrpSpPr>
        <p:cNvPr id="211" name="Shape 211"/>
        <p:cNvGrpSpPr/>
        <p:nvPr/>
      </p:nvGrpSpPr>
      <p:grpSpPr>
        <a:xfrm>
          <a:off x="0" y="0"/>
          <a:ext cx="0" cy="0"/>
          <a:chOff x="0" y="0"/>
          <a:chExt cx="0" cy="0"/>
        </a:xfrm>
      </p:grpSpPr>
      <p:sp>
        <p:nvSpPr>
          <p:cNvPr id="212" name="Google Shape;212;p29"/>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3" name="Google Shape;213;p29"/>
          <p:cNvSpPr txBox="1"/>
          <p:nvPr>
            <p:ph type="title"/>
          </p:nvPr>
        </p:nvSpPr>
        <p:spPr>
          <a:xfrm>
            <a:off x="361975" y="988555"/>
            <a:ext cx="38601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solidFill>
                  <a:schemeClr val="dk1"/>
                </a:solidFill>
              </a:defRPr>
            </a:lvl1pPr>
            <a:lvl2pPr lvl="1">
              <a:lnSpc>
                <a:spcPct val="90000"/>
              </a:lnSpc>
              <a:spcBef>
                <a:spcPts val="0"/>
              </a:spcBef>
              <a:spcAft>
                <a:spcPts val="0"/>
              </a:spcAft>
              <a:buNone/>
              <a:defRPr sz="2200">
                <a:solidFill>
                  <a:schemeClr val="dk1"/>
                </a:solidFill>
              </a:defRPr>
            </a:lvl2pPr>
            <a:lvl3pPr lvl="2">
              <a:lnSpc>
                <a:spcPct val="90000"/>
              </a:lnSpc>
              <a:spcBef>
                <a:spcPts val="0"/>
              </a:spcBef>
              <a:spcAft>
                <a:spcPts val="0"/>
              </a:spcAft>
              <a:buNone/>
              <a:defRPr sz="2200">
                <a:solidFill>
                  <a:schemeClr val="dk1"/>
                </a:solidFill>
              </a:defRPr>
            </a:lvl3pPr>
            <a:lvl4pPr lvl="3">
              <a:lnSpc>
                <a:spcPct val="90000"/>
              </a:lnSpc>
              <a:spcBef>
                <a:spcPts val="0"/>
              </a:spcBef>
              <a:spcAft>
                <a:spcPts val="0"/>
              </a:spcAft>
              <a:buNone/>
              <a:defRPr sz="2200">
                <a:solidFill>
                  <a:schemeClr val="dk1"/>
                </a:solidFill>
              </a:defRPr>
            </a:lvl4pPr>
            <a:lvl5pPr lvl="4">
              <a:lnSpc>
                <a:spcPct val="90000"/>
              </a:lnSpc>
              <a:spcBef>
                <a:spcPts val="0"/>
              </a:spcBef>
              <a:spcAft>
                <a:spcPts val="0"/>
              </a:spcAft>
              <a:buNone/>
              <a:defRPr sz="2200">
                <a:solidFill>
                  <a:schemeClr val="dk1"/>
                </a:solidFill>
              </a:defRPr>
            </a:lvl5pPr>
            <a:lvl6pPr lvl="5">
              <a:lnSpc>
                <a:spcPct val="90000"/>
              </a:lnSpc>
              <a:spcBef>
                <a:spcPts val="0"/>
              </a:spcBef>
              <a:spcAft>
                <a:spcPts val="0"/>
              </a:spcAft>
              <a:buNone/>
              <a:defRPr sz="2200">
                <a:solidFill>
                  <a:schemeClr val="dk1"/>
                </a:solidFill>
              </a:defRPr>
            </a:lvl6pPr>
            <a:lvl7pPr lvl="6">
              <a:lnSpc>
                <a:spcPct val="90000"/>
              </a:lnSpc>
              <a:spcBef>
                <a:spcPts val="0"/>
              </a:spcBef>
              <a:spcAft>
                <a:spcPts val="0"/>
              </a:spcAft>
              <a:buNone/>
              <a:defRPr sz="2200">
                <a:solidFill>
                  <a:schemeClr val="dk1"/>
                </a:solidFill>
              </a:defRPr>
            </a:lvl7pPr>
            <a:lvl8pPr lvl="7">
              <a:lnSpc>
                <a:spcPct val="90000"/>
              </a:lnSpc>
              <a:spcBef>
                <a:spcPts val="0"/>
              </a:spcBef>
              <a:spcAft>
                <a:spcPts val="0"/>
              </a:spcAft>
              <a:buNone/>
              <a:defRPr sz="2200">
                <a:solidFill>
                  <a:schemeClr val="dk1"/>
                </a:solidFill>
              </a:defRPr>
            </a:lvl8pPr>
            <a:lvl9pPr lvl="8">
              <a:lnSpc>
                <a:spcPct val="90000"/>
              </a:lnSpc>
              <a:spcBef>
                <a:spcPts val="0"/>
              </a:spcBef>
              <a:spcAft>
                <a:spcPts val="0"/>
              </a:spcAft>
              <a:buNone/>
              <a:defRPr sz="2200">
                <a:solidFill>
                  <a:schemeClr val="dk1"/>
                </a:solidFill>
              </a:defRPr>
            </a:lvl9pPr>
          </a:lstStyle>
          <a:p/>
        </p:txBody>
      </p:sp>
      <p:sp>
        <p:nvSpPr>
          <p:cNvPr id="214" name="Google Shape;214;p29"/>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29"/>
          <p:cNvSpPr txBox="1"/>
          <p:nvPr>
            <p:ph idx="3" type="body"/>
          </p:nvPr>
        </p:nvSpPr>
        <p:spPr>
          <a:xfrm>
            <a:off x="4800825" y="3665600"/>
            <a:ext cx="39759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16" name="Google Shape;216;p29"/>
          <p:cNvSpPr txBox="1"/>
          <p:nvPr>
            <p:ph idx="4" type="subTitle"/>
          </p:nvPr>
        </p:nvSpPr>
        <p:spPr>
          <a:xfrm>
            <a:off x="4800825" y="3285232"/>
            <a:ext cx="39759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17" name="Google Shape;217;p29"/>
          <p:cNvSpPr txBox="1"/>
          <p:nvPr>
            <p:ph idx="5" type="body"/>
          </p:nvPr>
        </p:nvSpPr>
        <p:spPr>
          <a:xfrm>
            <a:off x="2611802" y="3665600"/>
            <a:ext cx="1627500" cy="1114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SzPts val="1000"/>
              <a:buFont typeface="DM Sans"/>
              <a:buChar char="●"/>
              <a:defRPr sz="1000"/>
            </a:lvl1pPr>
            <a:lvl2pPr indent="-292100" lvl="1" marL="914400">
              <a:lnSpc>
                <a:spcPct val="100000"/>
              </a:lnSpc>
              <a:spcBef>
                <a:spcPts val="800"/>
              </a:spcBef>
              <a:spcAft>
                <a:spcPts val="0"/>
              </a:spcAft>
              <a:buSzPts val="1000"/>
              <a:buFont typeface="DM Sans"/>
              <a:buChar char="○"/>
              <a:defRPr sz="1000"/>
            </a:lvl2pPr>
            <a:lvl3pPr indent="-292100" lvl="2" marL="1371600">
              <a:lnSpc>
                <a:spcPct val="100000"/>
              </a:lnSpc>
              <a:spcBef>
                <a:spcPts val="800"/>
              </a:spcBef>
              <a:spcAft>
                <a:spcPts val="0"/>
              </a:spcAft>
              <a:buSzPts val="1000"/>
              <a:buFont typeface="DM Sans"/>
              <a:buChar char="■"/>
              <a:defRPr sz="1000"/>
            </a:lvl3pPr>
            <a:lvl4pPr indent="-292100" lvl="3" marL="1828800">
              <a:lnSpc>
                <a:spcPct val="100000"/>
              </a:lnSpc>
              <a:spcBef>
                <a:spcPts val="800"/>
              </a:spcBef>
              <a:spcAft>
                <a:spcPts val="0"/>
              </a:spcAft>
              <a:buSzPts val="1000"/>
              <a:buFont typeface="DM Sans"/>
              <a:buChar char="●"/>
              <a:defRPr sz="1000"/>
            </a:lvl4pPr>
            <a:lvl5pPr indent="-292100" lvl="4" marL="2286000">
              <a:lnSpc>
                <a:spcPct val="100000"/>
              </a:lnSpc>
              <a:spcBef>
                <a:spcPts val="800"/>
              </a:spcBef>
              <a:spcAft>
                <a:spcPts val="0"/>
              </a:spcAft>
              <a:buSzPts val="1000"/>
              <a:buFont typeface="DM Sans"/>
              <a:buChar char="○"/>
              <a:defRPr sz="1000"/>
            </a:lvl5pPr>
            <a:lvl6pPr indent="-292100" lvl="5" marL="2743200">
              <a:lnSpc>
                <a:spcPct val="100000"/>
              </a:lnSpc>
              <a:spcBef>
                <a:spcPts val="800"/>
              </a:spcBef>
              <a:spcAft>
                <a:spcPts val="0"/>
              </a:spcAft>
              <a:buSzPts val="1000"/>
              <a:buFont typeface="DM Sans"/>
              <a:buChar char="■"/>
              <a:defRPr sz="1000"/>
            </a:lvl6pPr>
            <a:lvl7pPr indent="-292100" lvl="6" marL="3200400">
              <a:lnSpc>
                <a:spcPct val="100000"/>
              </a:lnSpc>
              <a:spcBef>
                <a:spcPts val="800"/>
              </a:spcBef>
              <a:spcAft>
                <a:spcPts val="0"/>
              </a:spcAft>
              <a:buSzPts val="1000"/>
              <a:buFont typeface="DM Sans"/>
              <a:buChar char="●"/>
              <a:defRPr sz="1000"/>
            </a:lvl7pPr>
            <a:lvl8pPr indent="-292100" lvl="7" marL="3657600">
              <a:lnSpc>
                <a:spcPct val="100000"/>
              </a:lnSpc>
              <a:spcBef>
                <a:spcPts val="800"/>
              </a:spcBef>
              <a:spcAft>
                <a:spcPts val="0"/>
              </a:spcAft>
              <a:buSzPts val="1000"/>
              <a:buFont typeface="DM Sans"/>
              <a:buChar char="○"/>
              <a:defRPr sz="1000"/>
            </a:lvl8pPr>
            <a:lvl9pPr indent="-292100" lvl="8" marL="4114800">
              <a:lnSpc>
                <a:spcPct val="100000"/>
              </a:lnSpc>
              <a:spcBef>
                <a:spcPts val="800"/>
              </a:spcBef>
              <a:spcAft>
                <a:spcPts val="800"/>
              </a:spcAft>
              <a:buSzPts val="1000"/>
              <a:buFont typeface="DM Sans"/>
              <a:buChar char="■"/>
              <a:defRPr sz="1000"/>
            </a:lvl9pPr>
          </a:lstStyle>
          <a:p/>
        </p:txBody>
      </p:sp>
      <p:sp>
        <p:nvSpPr>
          <p:cNvPr id="218" name="Google Shape;218;p29"/>
          <p:cNvSpPr txBox="1"/>
          <p:nvPr>
            <p:ph idx="6" type="subTitle"/>
          </p:nvPr>
        </p:nvSpPr>
        <p:spPr>
          <a:xfrm>
            <a:off x="2611802" y="3285232"/>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19" name="Google Shape;219;p29"/>
          <p:cNvSpPr txBox="1"/>
          <p:nvPr>
            <p:ph idx="7" type="body"/>
          </p:nvPr>
        </p:nvSpPr>
        <p:spPr>
          <a:xfrm>
            <a:off x="361977" y="3665600"/>
            <a:ext cx="1627500" cy="1114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0" name="Google Shape;220;p29"/>
          <p:cNvSpPr txBox="1"/>
          <p:nvPr>
            <p:ph idx="8" type="subTitle"/>
          </p:nvPr>
        </p:nvSpPr>
        <p:spPr>
          <a:xfrm>
            <a:off x="361977" y="3285232"/>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1" name="Google Shape;221;p29"/>
          <p:cNvSpPr txBox="1"/>
          <p:nvPr>
            <p:ph idx="9" type="body"/>
          </p:nvPr>
        </p:nvSpPr>
        <p:spPr>
          <a:xfrm>
            <a:off x="490072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DM Sans"/>
              <a:buChar char="●"/>
              <a:defRPr sz="1000">
                <a:solidFill>
                  <a:schemeClr val="dk1"/>
                </a:solidFill>
              </a:defRPr>
            </a:lvl1pPr>
            <a:lvl2pPr indent="-292100" lvl="1" marL="914400">
              <a:spcBef>
                <a:spcPts val="800"/>
              </a:spcBef>
              <a:spcAft>
                <a:spcPts val="0"/>
              </a:spcAft>
              <a:buClr>
                <a:schemeClr val="dk1"/>
              </a:buClr>
              <a:buSzPts val="1000"/>
              <a:buFont typeface="DM Sans"/>
              <a:buChar char="○"/>
              <a:defRPr sz="1000">
                <a:solidFill>
                  <a:schemeClr val="dk1"/>
                </a:solidFill>
              </a:defRPr>
            </a:lvl2pPr>
            <a:lvl3pPr indent="-292100" lvl="2" marL="1371600">
              <a:spcBef>
                <a:spcPts val="800"/>
              </a:spcBef>
              <a:spcAft>
                <a:spcPts val="0"/>
              </a:spcAft>
              <a:buClr>
                <a:schemeClr val="dk1"/>
              </a:buClr>
              <a:buSzPts val="1000"/>
              <a:buFont typeface="DM Sans"/>
              <a:buChar char="■"/>
              <a:defRPr sz="1000">
                <a:solidFill>
                  <a:schemeClr val="dk1"/>
                </a:solidFill>
              </a:defRPr>
            </a:lvl3pPr>
            <a:lvl4pPr indent="-292100" lvl="3" marL="1828800">
              <a:spcBef>
                <a:spcPts val="800"/>
              </a:spcBef>
              <a:spcAft>
                <a:spcPts val="0"/>
              </a:spcAft>
              <a:buClr>
                <a:schemeClr val="dk1"/>
              </a:buClr>
              <a:buSzPts val="1000"/>
              <a:buFont typeface="DM Sans"/>
              <a:buChar char="●"/>
              <a:defRPr sz="1000">
                <a:solidFill>
                  <a:schemeClr val="dk1"/>
                </a:solidFill>
              </a:defRPr>
            </a:lvl4pPr>
            <a:lvl5pPr indent="-292100" lvl="4" marL="2286000">
              <a:spcBef>
                <a:spcPts val="800"/>
              </a:spcBef>
              <a:spcAft>
                <a:spcPts val="0"/>
              </a:spcAft>
              <a:buClr>
                <a:schemeClr val="dk1"/>
              </a:buClr>
              <a:buSzPts val="1000"/>
              <a:buFont typeface="DM Sans"/>
              <a:buChar char="○"/>
              <a:defRPr sz="1000">
                <a:solidFill>
                  <a:schemeClr val="dk1"/>
                </a:solidFill>
              </a:defRPr>
            </a:lvl5pPr>
            <a:lvl6pPr indent="-292100" lvl="5" marL="2743200">
              <a:spcBef>
                <a:spcPts val="800"/>
              </a:spcBef>
              <a:spcAft>
                <a:spcPts val="0"/>
              </a:spcAft>
              <a:buClr>
                <a:schemeClr val="dk1"/>
              </a:buClr>
              <a:buSzPts val="1000"/>
              <a:buFont typeface="DM Sans"/>
              <a:buChar char="■"/>
              <a:defRPr sz="1000">
                <a:solidFill>
                  <a:schemeClr val="dk1"/>
                </a:solidFill>
              </a:defRPr>
            </a:lvl6pPr>
            <a:lvl7pPr indent="-292100" lvl="6" marL="3200400">
              <a:spcBef>
                <a:spcPts val="800"/>
              </a:spcBef>
              <a:spcAft>
                <a:spcPts val="0"/>
              </a:spcAft>
              <a:buClr>
                <a:schemeClr val="dk1"/>
              </a:buClr>
              <a:buSzPts val="1000"/>
              <a:buFont typeface="DM Sans"/>
              <a:buChar char="●"/>
              <a:defRPr sz="1000">
                <a:solidFill>
                  <a:schemeClr val="dk1"/>
                </a:solidFill>
              </a:defRPr>
            </a:lvl7pPr>
            <a:lvl8pPr indent="-292100" lvl="7" marL="3657600">
              <a:spcBef>
                <a:spcPts val="800"/>
              </a:spcBef>
              <a:spcAft>
                <a:spcPts val="0"/>
              </a:spcAft>
              <a:buClr>
                <a:schemeClr val="dk1"/>
              </a:buClr>
              <a:buSzPts val="1000"/>
              <a:buFont typeface="DM Sans"/>
              <a:buChar char="○"/>
              <a:defRPr sz="1000">
                <a:solidFill>
                  <a:schemeClr val="dk1"/>
                </a:solidFill>
              </a:defRPr>
            </a:lvl8pPr>
            <a:lvl9pPr indent="-292100" lvl="8" marL="4114800">
              <a:spcBef>
                <a:spcPts val="800"/>
              </a:spcBef>
              <a:spcAft>
                <a:spcPts val="800"/>
              </a:spcAft>
              <a:buClr>
                <a:schemeClr val="dk1"/>
              </a:buClr>
              <a:buSzPts val="1000"/>
              <a:buFont typeface="DM Sans"/>
              <a:buChar char="■"/>
              <a:defRPr sz="1000">
                <a:solidFill>
                  <a:schemeClr val="dk1"/>
                </a:solidFill>
              </a:defRPr>
            </a:lvl9pPr>
          </a:lstStyle>
          <a:p/>
        </p:txBody>
      </p:sp>
      <p:sp>
        <p:nvSpPr>
          <p:cNvPr id="222" name="Google Shape;222;p29"/>
          <p:cNvSpPr txBox="1"/>
          <p:nvPr>
            <p:ph idx="13" type="subTitle"/>
          </p:nvPr>
        </p:nvSpPr>
        <p:spPr>
          <a:xfrm>
            <a:off x="4900725" y="706863"/>
            <a:ext cx="1627500" cy="187800"/>
          </a:xfrm>
          <a:prstGeom prst="rect">
            <a:avLst/>
          </a:prstGeom>
        </p:spPr>
        <p:txBody>
          <a:bodyPr anchorCtr="0" anchor="t" bIns="0" lIns="0" spcFirstLastPara="1" rIns="0" wrap="square" tIns="0">
            <a:spAutoFit/>
          </a:bodyPr>
          <a:lstStyle>
            <a:lvl1pPr lvl="0">
              <a:spcBef>
                <a:spcPts val="0"/>
              </a:spcBef>
              <a:spcAft>
                <a:spcPts val="0"/>
              </a:spcAft>
              <a:buClr>
                <a:schemeClr val="dk1"/>
              </a:buClr>
              <a:buSzPts val="1200"/>
              <a:buNone/>
              <a:defRPr sz="1200">
                <a:solidFill>
                  <a:schemeClr val="dk1"/>
                </a:solidFill>
              </a:defRPr>
            </a:lvl1pPr>
            <a:lvl2pPr lvl="1">
              <a:spcBef>
                <a:spcPts val="0"/>
              </a:spcBef>
              <a:spcAft>
                <a:spcPts val="0"/>
              </a:spcAft>
              <a:buClr>
                <a:schemeClr val="dk1"/>
              </a:buClr>
              <a:buSzPts val="1200"/>
              <a:buNone/>
              <a:defRPr sz="1200">
                <a:solidFill>
                  <a:schemeClr val="dk1"/>
                </a:solidFill>
              </a:defRPr>
            </a:lvl2pPr>
            <a:lvl3pPr lvl="2">
              <a:spcBef>
                <a:spcPts val="0"/>
              </a:spcBef>
              <a:spcAft>
                <a:spcPts val="0"/>
              </a:spcAft>
              <a:buClr>
                <a:schemeClr val="dk1"/>
              </a:buClr>
              <a:buSzPts val="1200"/>
              <a:buNone/>
              <a:defRPr sz="1200">
                <a:solidFill>
                  <a:schemeClr val="dk1"/>
                </a:solidFill>
              </a:defRPr>
            </a:lvl3pPr>
            <a:lvl4pPr lvl="3">
              <a:spcBef>
                <a:spcPts val="0"/>
              </a:spcBef>
              <a:spcAft>
                <a:spcPts val="0"/>
              </a:spcAft>
              <a:buClr>
                <a:schemeClr val="dk1"/>
              </a:buClr>
              <a:buSzPts val="1200"/>
              <a:buNone/>
              <a:defRPr sz="1200">
                <a:solidFill>
                  <a:schemeClr val="dk1"/>
                </a:solidFill>
              </a:defRPr>
            </a:lvl4pPr>
            <a:lvl5pPr lvl="4">
              <a:spcBef>
                <a:spcPts val="0"/>
              </a:spcBef>
              <a:spcAft>
                <a:spcPts val="0"/>
              </a:spcAft>
              <a:buClr>
                <a:schemeClr val="dk1"/>
              </a:buClr>
              <a:buSzPts val="1200"/>
              <a:buNone/>
              <a:defRPr sz="1200">
                <a:solidFill>
                  <a:schemeClr val="dk1"/>
                </a:solidFill>
              </a:defRPr>
            </a:lvl5pPr>
            <a:lvl6pPr lvl="5">
              <a:spcBef>
                <a:spcPts val="0"/>
              </a:spcBef>
              <a:spcAft>
                <a:spcPts val="0"/>
              </a:spcAft>
              <a:buClr>
                <a:schemeClr val="dk1"/>
              </a:buClr>
              <a:buSzPts val="1200"/>
              <a:buNone/>
              <a:defRPr sz="1200">
                <a:solidFill>
                  <a:schemeClr val="dk1"/>
                </a:solidFill>
              </a:defRPr>
            </a:lvl6pPr>
            <a:lvl7pPr lvl="6">
              <a:spcBef>
                <a:spcPts val="0"/>
              </a:spcBef>
              <a:spcAft>
                <a:spcPts val="0"/>
              </a:spcAft>
              <a:buClr>
                <a:schemeClr val="dk1"/>
              </a:buClr>
              <a:buSzPts val="1200"/>
              <a:buNone/>
              <a:defRPr sz="1200">
                <a:solidFill>
                  <a:schemeClr val="dk1"/>
                </a:solidFill>
              </a:defRPr>
            </a:lvl7pPr>
            <a:lvl8pPr lvl="7">
              <a:spcBef>
                <a:spcPts val="0"/>
              </a:spcBef>
              <a:spcAft>
                <a:spcPts val="0"/>
              </a:spcAft>
              <a:buClr>
                <a:schemeClr val="dk1"/>
              </a:buClr>
              <a:buSzPts val="1200"/>
              <a:buNone/>
              <a:defRPr sz="1200">
                <a:solidFill>
                  <a:schemeClr val="dk1"/>
                </a:solidFill>
              </a:defRPr>
            </a:lvl8pPr>
            <a:lvl9pPr lvl="8">
              <a:spcBef>
                <a:spcPts val="0"/>
              </a:spcBef>
              <a:spcAft>
                <a:spcPts val="0"/>
              </a:spcAft>
              <a:buClr>
                <a:schemeClr val="dk1"/>
              </a:buClr>
              <a:buSzPts val="1200"/>
              <a:buNone/>
              <a:defRPr sz="1200">
                <a:solidFill>
                  <a:schemeClr val="dk1"/>
                </a:solidFill>
              </a:defRPr>
            </a:lvl9pPr>
          </a:lstStyle>
          <a:p/>
        </p:txBody>
      </p:sp>
      <p:sp>
        <p:nvSpPr>
          <p:cNvPr id="223" name="Google Shape;223;p29"/>
          <p:cNvSpPr txBox="1"/>
          <p:nvPr>
            <p:ph idx="14" type="body"/>
          </p:nvPr>
        </p:nvSpPr>
        <p:spPr>
          <a:xfrm>
            <a:off x="7149175" y="1196103"/>
            <a:ext cx="1627500" cy="1385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a:buChar char="●"/>
              <a:defRPr sz="1000"/>
            </a:lvl1pPr>
            <a:lvl2pPr indent="-292100" lvl="1" marL="914400">
              <a:spcBef>
                <a:spcPts val="800"/>
              </a:spcBef>
              <a:spcAft>
                <a:spcPts val="0"/>
              </a:spcAft>
              <a:buClr>
                <a:schemeClr val="lt1"/>
              </a:buClr>
              <a:buSzPts val="1000"/>
              <a:buFont typeface="DM Sans"/>
              <a:buChar char="○"/>
              <a:defRPr sz="1000"/>
            </a:lvl2pPr>
            <a:lvl3pPr indent="-292100" lvl="2" marL="1371600">
              <a:spcBef>
                <a:spcPts val="800"/>
              </a:spcBef>
              <a:spcAft>
                <a:spcPts val="0"/>
              </a:spcAft>
              <a:buClr>
                <a:schemeClr val="lt1"/>
              </a:buClr>
              <a:buSzPts val="1000"/>
              <a:buFont typeface="DM Sans"/>
              <a:buChar char="■"/>
              <a:defRPr sz="1000"/>
            </a:lvl3pPr>
            <a:lvl4pPr indent="-292100" lvl="3" marL="1828800">
              <a:spcBef>
                <a:spcPts val="800"/>
              </a:spcBef>
              <a:spcAft>
                <a:spcPts val="0"/>
              </a:spcAft>
              <a:buClr>
                <a:schemeClr val="lt1"/>
              </a:buClr>
              <a:buSzPts val="1000"/>
              <a:buFont typeface="DM Sans"/>
              <a:buChar char="●"/>
              <a:defRPr sz="1000"/>
            </a:lvl4pPr>
            <a:lvl5pPr indent="-292100" lvl="4" marL="2286000">
              <a:spcBef>
                <a:spcPts val="800"/>
              </a:spcBef>
              <a:spcAft>
                <a:spcPts val="0"/>
              </a:spcAft>
              <a:buClr>
                <a:schemeClr val="lt1"/>
              </a:buClr>
              <a:buSzPts val="1000"/>
              <a:buFont typeface="DM Sans"/>
              <a:buChar char="○"/>
              <a:defRPr sz="1000"/>
            </a:lvl5pPr>
            <a:lvl6pPr indent="-292100" lvl="5" marL="2743200">
              <a:spcBef>
                <a:spcPts val="800"/>
              </a:spcBef>
              <a:spcAft>
                <a:spcPts val="0"/>
              </a:spcAft>
              <a:buClr>
                <a:schemeClr val="lt1"/>
              </a:buClr>
              <a:buSzPts val="1000"/>
              <a:buFont typeface="DM Sans"/>
              <a:buChar char="■"/>
              <a:defRPr sz="1000"/>
            </a:lvl6pPr>
            <a:lvl7pPr indent="-292100" lvl="6" marL="3200400">
              <a:spcBef>
                <a:spcPts val="800"/>
              </a:spcBef>
              <a:spcAft>
                <a:spcPts val="0"/>
              </a:spcAft>
              <a:buClr>
                <a:schemeClr val="lt1"/>
              </a:buClr>
              <a:buSzPts val="1000"/>
              <a:buFont typeface="DM Sans"/>
              <a:buChar char="●"/>
              <a:defRPr sz="1000"/>
            </a:lvl7pPr>
            <a:lvl8pPr indent="-292100" lvl="7" marL="3657600">
              <a:spcBef>
                <a:spcPts val="800"/>
              </a:spcBef>
              <a:spcAft>
                <a:spcPts val="0"/>
              </a:spcAft>
              <a:buClr>
                <a:schemeClr val="lt1"/>
              </a:buClr>
              <a:buSzPts val="1000"/>
              <a:buFont typeface="DM Sans"/>
              <a:buChar char="○"/>
              <a:defRPr sz="1000"/>
            </a:lvl8pPr>
            <a:lvl9pPr indent="-292100" lvl="8" marL="4114800">
              <a:spcBef>
                <a:spcPts val="800"/>
              </a:spcBef>
              <a:spcAft>
                <a:spcPts val="800"/>
              </a:spcAft>
              <a:buClr>
                <a:schemeClr val="lt1"/>
              </a:buClr>
              <a:buSzPts val="1000"/>
              <a:buFont typeface="DM Sans"/>
              <a:buChar char="■"/>
              <a:defRPr sz="1000"/>
            </a:lvl9pPr>
          </a:lstStyle>
          <a:p/>
        </p:txBody>
      </p:sp>
      <p:sp>
        <p:nvSpPr>
          <p:cNvPr id="224" name="Google Shape;224;p29"/>
          <p:cNvSpPr txBox="1"/>
          <p:nvPr>
            <p:ph idx="15" type="subTitle"/>
          </p:nvPr>
        </p:nvSpPr>
        <p:spPr>
          <a:xfrm>
            <a:off x="7149175" y="706863"/>
            <a:ext cx="1627500" cy="187800"/>
          </a:xfrm>
          <a:prstGeom prst="rect">
            <a:avLst/>
          </a:prstGeom>
        </p:spPr>
        <p:txBody>
          <a:bodyPr anchorCtr="0" anchor="t" bIns="0" lIns="0" spcFirstLastPara="1" rIns="0" wrap="square" tIns="0">
            <a:sp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p:txBody>
      </p:sp>
      <p:sp>
        <p:nvSpPr>
          <p:cNvPr id="225" name="Google Shape;225;p2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modules">
  <p:cSld name="CUSTOM_1_1">
    <p:bg>
      <p:bgPr>
        <a:solidFill>
          <a:schemeClr val="lt1"/>
        </a:solidFill>
      </p:bgPr>
    </p:bg>
    <p:spTree>
      <p:nvGrpSpPr>
        <p:cNvPr id="226" name="Shape 226"/>
        <p:cNvGrpSpPr/>
        <p:nvPr/>
      </p:nvGrpSpPr>
      <p:grpSpPr>
        <a:xfrm>
          <a:off x="0" y="0"/>
          <a:ext cx="0" cy="0"/>
          <a:chOff x="0" y="0"/>
          <a:chExt cx="0" cy="0"/>
        </a:xfrm>
      </p:grpSpPr>
      <p:sp>
        <p:nvSpPr>
          <p:cNvPr id="227" name="Google Shape;227;p30"/>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8" name="Google Shape;228;p30"/>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Light"/>
              <a:buNone/>
              <a:defRPr sz="1000">
                <a:solidFill>
                  <a:schemeClr val="dk1"/>
                </a:solidFill>
                <a:latin typeface="DM Sans Light"/>
                <a:ea typeface="DM Sans Light"/>
                <a:cs typeface="DM Sans Light"/>
                <a:sym typeface="DM Sans Light"/>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29" name="Google Shape;229;p3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0"/>
          <p:cNvSpPr txBox="1"/>
          <p:nvPr>
            <p:ph type="title"/>
          </p:nvPr>
        </p:nvSpPr>
        <p:spPr>
          <a:xfrm>
            <a:off x="5796575" y="2351325"/>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solidFill>
                  <a:schemeClr val="dk1"/>
                </a:solidFill>
              </a:defRPr>
            </a:lvl1pPr>
            <a:lvl2pPr lvl="1">
              <a:lnSpc>
                <a:spcPct val="90000"/>
              </a:lnSpc>
              <a:spcBef>
                <a:spcPts val="0"/>
              </a:spcBef>
              <a:spcAft>
                <a:spcPts val="0"/>
              </a:spcAft>
              <a:buNone/>
              <a:defRPr sz="6200">
                <a:solidFill>
                  <a:schemeClr val="dk1"/>
                </a:solidFill>
              </a:defRPr>
            </a:lvl2pPr>
            <a:lvl3pPr lvl="2">
              <a:lnSpc>
                <a:spcPct val="90000"/>
              </a:lnSpc>
              <a:spcBef>
                <a:spcPts val="0"/>
              </a:spcBef>
              <a:spcAft>
                <a:spcPts val="0"/>
              </a:spcAft>
              <a:buNone/>
              <a:defRPr sz="6200">
                <a:solidFill>
                  <a:schemeClr val="dk1"/>
                </a:solidFill>
              </a:defRPr>
            </a:lvl3pPr>
            <a:lvl4pPr lvl="3">
              <a:lnSpc>
                <a:spcPct val="90000"/>
              </a:lnSpc>
              <a:spcBef>
                <a:spcPts val="0"/>
              </a:spcBef>
              <a:spcAft>
                <a:spcPts val="0"/>
              </a:spcAft>
              <a:buNone/>
              <a:defRPr sz="6200">
                <a:solidFill>
                  <a:schemeClr val="dk1"/>
                </a:solidFill>
              </a:defRPr>
            </a:lvl4pPr>
            <a:lvl5pPr lvl="4">
              <a:lnSpc>
                <a:spcPct val="90000"/>
              </a:lnSpc>
              <a:spcBef>
                <a:spcPts val="0"/>
              </a:spcBef>
              <a:spcAft>
                <a:spcPts val="0"/>
              </a:spcAft>
              <a:buNone/>
              <a:defRPr sz="6200">
                <a:solidFill>
                  <a:schemeClr val="dk1"/>
                </a:solidFill>
              </a:defRPr>
            </a:lvl5pPr>
            <a:lvl6pPr lvl="5">
              <a:lnSpc>
                <a:spcPct val="90000"/>
              </a:lnSpc>
              <a:spcBef>
                <a:spcPts val="0"/>
              </a:spcBef>
              <a:spcAft>
                <a:spcPts val="0"/>
              </a:spcAft>
              <a:buNone/>
              <a:defRPr sz="6200">
                <a:solidFill>
                  <a:schemeClr val="dk1"/>
                </a:solidFill>
              </a:defRPr>
            </a:lvl6pPr>
            <a:lvl7pPr lvl="6">
              <a:lnSpc>
                <a:spcPct val="90000"/>
              </a:lnSpc>
              <a:spcBef>
                <a:spcPts val="0"/>
              </a:spcBef>
              <a:spcAft>
                <a:spcPts val="0"/>
              </a:spcAft>
              <a:buNone/>
              <a:defRPr sz="6200">
                <a:solidFill>
                  <a:schemeClr val="dk1"/>
                </a:solidFill>
              </a:defRPr>
            </a:lvl7pPr>
            <a:lvl8pPr lvl="7">
              <a:lnSpc>
                <a:spcPct val="90000"/>
              </a:lnSpc>
              <a:spcBef>
                <a:spcPts val="0"/>
              </a:spcBef>
              <a:spcAft>
                <a:spcPts val="0"/>
              </a:spcAft>
              <a:buNone/>
              <a:defRPr sz="6200">
                <a:solidFill>
                  <a:schemeClr val="dk1"/>
                </a:solidFill>
              </a:defRPr>
            </a:lvl8pPr>
            <a:lvl9pPr lvl="8">
              <a:lnSpc>
                <a:spcPct val="90000"/>
              </a:lnSpc>
              <a:spcBef>
                <a:spcPts val="0"/>
              </a:spcBef>
              <a:spcAft>
                <a:spcPts val="0"/>
              </a:spcAft>
              <a:buNone/>
              <a:defRPr sz="6200">
                <a:solidFill>
                  <a:schemeClr val="dk1"/>
                </a:solidFill>
              </a:defRPr>
            </a:lvl9pPr>
          </a:lstStyle>
          <a:p/>
        </p:txBody>
      </p:sp>
      <p:sp>
        <p:nvSpPr>
          <p:cNvPr id="231" name="Google Shape;231;p30"/>
          <p:cNvSpPr txBox="1"/>
          <p:nvPr>
            <p:ph idx="3" type="title"/>
          </p:nvPr>
        </p:nvSpPr>
        <p:spPr>
          <a:xfrm>
            <a:off x="5796575" y="507450"/>
            <a:ext cx="9895200" cy="7104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6200"/>
            </a:lvl1pPr>
            <a:lvl2pPr lvl="1">
              <a:lnSpc>
                <a:spcPct val="90000"/>
              </a:lnSpc>
              <a:spcBef>
                <a:spcPts val="0"/>
              </a:spcBef>
              <a:spcAft>
                <a:spcPts val="0"/>
              </a:spcAft>
              <a:buNone/>
              <a:defRPr sz="6200"/>
            </a:lvl2pPr>
            <a:lvl3pPr lvl="2">
              <a:lnSpc>
                <a:spcPct val="90000"/>
              </a:lnSpc>
              <a:spcBef>
                <a:spcPts val="0"/>
              </a:spcBef>
              <a:spcAft>
                <a:spcPts val="0"/>
              </a:spcAft>
              <a:buNone/>
              <a:defRPr sz="6200"/>
            </a:lvl3pPr>
            <a:lvl4pPr lvl="3">
              <a:lnSpc>
                <a:spcPct val="90000"/>
              </a:lnSpc>
              <a:spcBef>
                <a:spcPts val="0"/>
              </a:spcBef>
              <a:spcAft>
                <a:spcPts val="0"/>
              </a:spcAft>
              <a:buNone/>
              <a:defRPr sz="6200"/>
            </a:lvl4pPr>
            <a:lvl5pPr lvl="4">
              <a:lnSpc>
                <a:spcPct val="90000"/>
              </a:lnSpc>
              <a:spcBef>
                <a:spcPts val="0"/>
              </a:spcBef>
              <a:spcAft>
                <a:spcPts val="0"/>
              </a:spcAft>
              <a:buNone/>
              <a:defRPr sz="6200"/>
            </a:lvl5pPr>
            <a:lvl6pPr lvl="5">
              <a:lnSpc>
                <a:spcPct val="90000"/>
              </a:lnSpc>
              <a:spcBef>
                <a:spcPts val="0"/>
              </a:spcBef>
              <a:spcAft>
                <a:spcPts val="0"/>
              </a:spcAft>
              <a:buNone/>
              <a:defRPr sz="6200"/>
            </a:lvl6pPr>
            <a:lvl7pPr lvl="6">
              <a:lnSpc>
                <a:spcPct val="90000"/>
              </a:lnSpc>
              <a:spcBef>
                <a:spcPts val="0"/>
              </a:spcBef>
              <a:spcAft>
                <a:spcPts val="0"/>
              </a:spcAft>
              <a:buNone/>
              <a:defRPr sz="6200"/>
            </a:lvl7pPr>
            <a:lvl8pPr lvl="7">
              <a:lnSpc>
                <a:spcPct val="90000"/>
              </a:lnSpc>
              <a:spcBef>
                <a:spcPts val="0"/>
              </a:spcBef>
              <a:spcAft>
                <a:spcPts val="0"/>
              </a:spcAft>
              <a:buNone/>
              <a:defRPr sz="6200"/>
            </a:lvl8pPr>
            <a:lvl9pPr lvl="8">
              <a:lnSpc>
                <a:spcPct val="90000"/>
              </a:lnSpc>
              <a:spcBef>
                <a:spcPts val="0"/>
              </a:spcBef>
              <a:spcAft>
                <a:spcPts val="0"/>
              </a:spcAft>
              <a:buNone/>
              <a:defRPr sz="6200"/>
            </a:lvl9pPr>
          </a:lstStyle>
          <a:p/>
        </p:txBody>
      </p:sp>
      <p:sp>
        <p:nvSpPr>
          <p:cNvPr id="232" name="Google Shape;232;p30"/>
          <p:cNvSpPr txBox="1"/>
          <p:nvPr>
            <p:ph idx="4" type="subTitle"/>
          </p:nvPr>
        </p:nvSpPr>
        <p:spPr>
          <a:xfrm>
            <a:off x="5712600" y="4290612"/>
            <a:ext cx="2613300" cy="5439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33" name="Google Shape;233;p30"/>
          <p:cNvSpPr txBox="1"/>
          <p:nvPr>
            <p:ph idx="5" type="subTitle"/>
          </p:nvPr>
        </p:nvSpPr>
        <p:spPr>
          <a:xfrm>
            <a:off x="5712600" y="3243901"/>
            <a:ext cx="2613300" cy="432300"/>
          </a:xfrm>
          <a:prstGeom prst="rect">
            <a:avLst/>
          </a:prstGeom>
        </p:spPr>
        <p:txBody>
          <a:bodyPr anchorCtr="0" anchor="b" bIns="0" lIns="0" spcFirstLastPara="1" rIns="0" wrap="square" tIns="0">
            <a:no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34" name="Google Shape;234;p30"/>
          <p:cNvSpPr txBox="1"/>
          <p:nvPr>
            <p:ph idx="6" type="subTitle"/>
          </p:nvPr>
        </p:nvSpPr>
        <p:spPr>
          <a:xfrm>
            <a:off x="5712600" y="1318375"/>
            <a:ext cx="2613300" cy="483000"/>
          </a:xfrm>
          <a:prstGeom prst="rect">
            <a:avLst/>
          </a:prstGeom>
        </p:spPr>
        <p:txBody>
          <a:bodyPr anchorCtr="0" anchor="b" bIns="0" lIns="0" spcFirstLastPara="1" rIns="0" wrap="square" tIns="0">
            <a:no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modules">
  <p:cSld name="CUSTOM_1_1_1">
    <p:spTree>
      <p:nvGrpSpPr>
        <p:cNvPr id="235" name="Shape 235"/>
        <p:cNvGrpSpPr/>
        <p:nvPr/>
      </p:nvGrpSpPr>
      <p:grpSpPr>
        <a:xfrm>
          <a:off x="0" y="0"/>
          <a:ext cx="0" cy="0"/>
          <a:chOff x="0" y="0"/>
          <a:chExt cx="0" cy="0"/>
        </a:xfrm>
      </p:grpSpPr>
      <p:sp>
        <p:nvSpPr>
          <p:cNvPr id="236" name="Google Shape;236;p31"/>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31"/>
          <p:cNvSpPr txBox="1"/>
          <p:nvPr>
            <p:ph idx="2" type="subTitle"/>
          </p:nvPr>
        </p:nvSpPr>
        <p:spPr>
          <a:xfrm>
            <a:off x="361975" y="732775"/>
            <a:ext cx="3860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8" name="Google Shape;238;p3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39" name="Google Shape;239;p31"/>
          <p:cNvSpPr txBox="1"/>
          <p:nvPr>
            <p:ph type="title"/>
          </p:nvPr>
        </p:nvSpPr>
        <p:spPr>
          <a:xfrm>
            <a:off x="361975" y="988557"/>
            <a:ext cx="50184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1">
  <p:cSld name="CUSTOM_2">
    <p:spTree>
      <p:nvGrpSpPr>
        <p:cNvPr id="240" name="Shape 240"/>
        <p:cNvGrpSpPr/>
        <p:nvPr/>
      </p:nvGrpSpPr>
      <p:grpSpPr>
        <a:xfrm>
          <a:off x="0" y="0"/>
          <a:ext cx="0" cy="0"/>
          <a:chOff x="0" y="0"/>
          <a:chExt cx="0" cy="0"/>
        </a:xfrm>
      </p:grpSpPr>
      <p:sp>
        <p:nvSpPr>
          <p:cNvPr id="241" name="Google Shape;241;p32"/>
          <p:cNvSpPr/>
          <p:nvPr>
            <p:ph idx="2" type="pic"/>
          </p:nvPr>
        </p:nvSpPr>
        <p:spPr>
          <a:xfrm>
            <a:off x="6289075" y="1793300"/>
            <a:ext cx="2853300" cy="3350400"/>
          </a:xfrm>
          <a:prstGeom prst="rect">
            <a:avLst/>
          </a:prstGeom>
          <a:noFill/>
          <a:ln>
            <a:noFill/>
          </a:ln>
        </p:spPr>
      </p:sp>
      <p:sp>
        <p:nvSpPr>
          <p:cNvPr id="242" name="Google Shape;242;p32"/>
          <p:cNvSpPr/>
          <p:nvPr/>
        </p:nvSpPr>
        <p:spPr>
          <a:xfrm>
            <a:off x="6289085" y="0"/>
            <a:ext cx="2853300" cy="1793100"/>
          </a:xfrm>
          <a:prstGeom prst="roundRect">
            <a:avLst>
              <a:gd fmla="val 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accent1"/>
              </a:solidFill>
              <a:latin typeface="DM Sans"/>
              <a:ea typeface="DM Sans"/>
              <a:cs typeface="DM Sans"/>
              <a:sym typeface="DM Sans"/>
            </a:endParaRPr>
          </a:p>
        </p:txBody>
      </p:sp>
      <p:sp>
        <p:nvSpPr>
          <p:cNvPr id="243" name="Google Shape;243;p32"/>
          <p:cNvSpPr txBox="1"/>
          <p:nvPr>
            <p:ph type="title"/>
          </p:nvPr>
        </p:nvSpPr>
        <p:spPr>
          <a:xfrm>
            <a:off x="361975" y="988550"/>
            <a:ext cx="5356800" cy="2255400"/>
          </a:xfrm>
          <a:prstGeom prst="rect">
            <a:avLst/>
          </a:prstGeom>
        </p:spPr>
        <p:txBody>
          <a:bodyPr anchorCtr="0" anchor="t" bIns="0" lIns="0" spcFirstLastPara="1" rIns="0" wrap="square" tIns="0">
            <a:noAutofit/>
          </a:bodyPr>
          <a:lstStyle>
            <a:lvl1pPr lvl="0">
              <a:spcBef>
                <a:spcPts val="0"/>
              </a:spcBef>
              <a:spcAft>
                <a:spcPts val="0"/>
              </a:spcAft>
              <a:buNone/>
              <a:defRPr sz="2200"/>
            </a:lvl1pPr>
            <a:lvl2pPr lvl="1">
              <a:spcBef>
                <a:spcPts val="0"/>
              </a:spcBef>
              <a:spcAft>
                <a:spcPts val="0"/>
              </a:spcAft>
              <a:buNone/>
              <a:defRPr sz="2200"/>
            </a:lvl2pPr>
            <a:lvl3pPr lvl="2">
              <a:spcBef>
                <a:spcPts val="0"/>
              </a:spcBef>
              <a:spcAft>
                <a:spcPts val="0"/>
              </a:spcAft>
              <a:buNone/>
              <a:defRPr sz="2200"/>
            </a:lvl3pPr>
            <a:lvl4pPr lvl="3">
              <a:spcBef>
                <a:spcPts val="0"/>
              </a:spcBef>
              <a:spcAft>
                <a:spcPts val="0"/>
              </a:spcAft>
              <a:buNone/>
              <a:defRPr sz="2200"/>
            </a:lvl4pPr>
            <a:lvl5pPr lvl="4">
              <a:spcBef>
                <a:spcPts val="0"/>
              </a:spcBef>
              <a:spcAft>
                <a:spcPts val="0"/>
              </a:spcAft>
              <a:buNone/>
              <a:defRPr sz="2200"/>
            </a:lvl5pPr>
            <a:lvl6pPr lvl="5">
              <a:spcBef>
                <a:spcPts val="0"/>
              </a:spcBef>
              <a:spcAft>
                <a:spcPts val="0"/>
              </a:spcAft>
              <a:buNone/>
              <a:defRPr sz="2200"/>
            </a:lvl6pPr>
            <a:lvl7pPr lvl="6">
              <a:spcBef>
                <a:spcPts val="0"/>
              </a:spcBef>
              <a:spcAft>
                <a:spcPts val="0"/>
              </a:spcAft>
              <a:buNone/>
              <a:defRPr sz="2200"/>
            </a:lvl7pPr>
            <a:lvl8pPr lvl="7">
              <a:spcBef>
                <a:spcPts val="0"/>
              </a:spcBef>
              <a:spcAft>
                <a:spcPts val="0"/>
              </a:spcAft>
              <a:buNone/>
              <a:defRPr sz="2200"/>
            </a:lvl8pPr>
            <a:lvl9pPr lvl="8">
              <a:spcBef>
                <a:spcPts val="0"/>
              </a:spcBef>
              <a:spcAft>
                <a:spcPts val="0"/>
              </a:spcAft>
              <a:buNone/>
              <a:defRPr sz="2200"/>
            </a:lvl9pPr>
          </a:lstStyle>
          <a:p/>
        </p:txBody>
      </p:sp>
      <p:sp>
        <p:nvSpPr>
          <p:cNvPr id="244" name="Google Shape;244;p32"/>
          <p:cNvSpPr txBox="1"/>
          <p:nvPr>
            <p:ph idx="1" type="body"/>
          </p:nvPr>
        </p:nvSpPr>
        <p:spPr>
          <a:xfrm>
            <a:off x="361975" y="3541582"/>
            <a:ext cx="3777000" cy="1044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45" name="Google Shape;245;p3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32"/>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2">
  <p:cSld name="CUSTOM_2_1">
    <p:spTree>
      <p:nvGrpSpPr>
        <p:cNvPr id="247" name="Shape 247"/>
        <p:cNvGrpSpPr/>
        <p:nvPr/>
      </p:nvGrpSpPr>
      <p:grpSpPr>
        <a:xfrm>
          <a:off x="0" y="0"/>
          <a:ext cx="0" cy="0"/>
          <a:chOff x="0" y="0"/>
          <a:chExt cx="0" cy="0"/>
        </a:xfrm>
      </p:grpSpPr>
      <p:sp>
        <p:nvSpPr>
          <p:cNvPr id="248" name="Google Shape;248;p3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49" name="Google Shape;249;p33"/>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0" name="Google Shape;250;p33"/>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lgn="ctr">
              <a:spcBef>
                <a:spcPts val="80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lgn="ctr">
              <a:spcBef>
                <a:spcPts val="800"/>
              </a:spcBef>
              <a:spcAft>
                <a:spcPts val="80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251" name="Google Shape;251;p33"/>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52" name="Google Shape;252;p33"/>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sz="2200"/>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53" name="Google Shape;253;p33"/>
          <p:cNvSpPr/>
          <p:nvPr>
            <p:ph idx="4" type="pic"/>
          </p:nvPr>
        </p:nvSpPr>
        <p:spPr>
          <a:xfrm>
            <a:off x="3982589" y="2427948"/>
            <a:ext cx="1179600" cy="14172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3">
  <p:cSld name="CUSTOM_2_1_2">
    <p:bg>
      <p:bgPr>
        <a:solidFill>
          <a:schemeClr val="accent1"/>
        </a:solidFill>
      </p:bgPr>
    </p:bg>
    <p:spTree>
      <p:nvGrpSpPr>
        <p:cNvPr id="254" name="Shape 254"/>
        <p:cNvGrpSpPr/>
        <p:nvPr/>
      </p:nvGrpSpPr>
      <p:grpSpPr>
        <a:xfrm>
          <a:off x="0" y="0"/>
          <a:ext cx="0" cy="0"/>
          <a:chOff x="0" y="0"/>
          <a:chExt cx="0" cy="0"/>
        </a:xfrm>
      </p:grpSpPr>
      <p:sp>
        <p:nvSpPr>
          <p:cNvPr id="255" name="Google Shape;255;p3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56" name="Google Shape;256;p3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34"/>
          <p:cNvSpPr txBox="1"/>
          <p:nvPr>
            <p:ph idx="2" type="subTitle"/>
          </p:nvPr>
        </p:nvSpPr>
        <p:spPr>
          <a:xfrm>
            <a:off x="3154650" y="1051772"/>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a:buNone/>
              <a:defRPr sz="1000">
                <a:latin typeface="DM Sans"/>
                <a:ea typeface="DM Sans"/>
                <a:cs typeface="DM Sans"/>
                <a:sym typeface="DM Sans"/>
              </a:defRPr>
            </a:lvl1pPr>
            <a:lvl2pPr lvl="1">
              <a:spcBef>
                <a:spcPts val="0"/>
              </a:spcBef>
              <a:spcAft>
                <a:spcPts val="0"/>
              </a:spcAft>
              <a:buSzPts val="1400"/>
              <a:buFont typeface="DM Sans"/>
              <a:buNone/>
              <a:defRPr>
                <a:latin typeface="DM Sans"/>
                <a:ea typeface="DM Sans"/>
                <a:cs typeface="DM Sans"/>
                <a:sym typeface="DM Sans"/>
              </a:defRPr>
            </a:lvl2pPr>
            <a:lvl3pPr lvl="2">
              <a:spcBef>
                <a:spcPts val="0"/>
              </a:spcBef>
              <a:spcAft>
                <a:spcPts val="0"/>
              </a:spcAft>
              <a:buSzPts val="1400"/>
              <a:buFont typeface="DM Sans"/>
              <a:buNone/>
              <a:defRPr>
                <a:latin typeface="DM Sans"/>
                <a:ea typeface="DM Sans"/>
                <a:cs typeface="DM Sans"/>
                <a:sym typeface="DM Sans"/>
              </a:defRPr>
            </a:lvl3pPr>
            <a:lvl4pPr lvl="3">
              <a:spcBef>
                <a:spcPts val="0"/>
              </a:spcBef>
              <a:spcAft>
                <a:spcPts val="0"/>
              </a:spcAft>
              <a:buSzPts val="1400"/>
              <a:buFont typeface="DM Sans"/>
              <a:buNone/>
              <a:defRPr>
                <a:latin typeface="DM Sans"/>
                <a:ea typeface="DM Sans"/>
                <a:cs typeface="DM Sans"/>
                <a:sym typeface="DM Sans"/>
              </a:defRPr>
            </a:lvl4pPr>
            <a:lvl5pPr lvl="4">
              <a:spcBef>
                <a:spcPts val="0"/>
              </a:spcBef>
              <a:spcAft>
                <a:spcPts val="0"/>
              </a:spcAft>
              <a:buSzPts val="1400"/>
              <a:buFont typeface="DM Sans"/>
              <a:buNone/>
              <a:defRPr>
                <a:latin typeface="DM Sans"/>
                <a:ea typeface="DM Sans"/>
                <a:cs typeface="DM Sans"/>
                <a:sym typeface="DM Sans"/>
              </a:defRPr>
            </a:lvl5pPr>
            <a:lvl6pPr lvl="5">
              <a:spcBef>
                <a:spcPts val="0"/>
              </a:spcBef>
              <a:spcAft>
                <a:spcPts val="0"/>
              </a:spcAft>
              <a:buSzPts val="1400"/>
              <a:buFont typeface="DM Sans"/>
              <a:buNone/>
              <a:defRPr>
                <a:latin typeface="DM Sans"/>
                <a:ea typeface="DM Sans"/>
                <a:cs typeface="DM Sans"/>
                <a:sym typeface="DM Sans"/>
              </a:defRPr>
            </a:lvl6pPr>
            <a:lvl7pPr lvl="6">
              <a:spcBef>
                <a:spcPts val="0"/>
              </a:spcBef>
              <a:spcAft>
                <a:spcPts val="0"/>
              </a:spcAft>
              <a:buSzPts val="1400"/>
              <a:buFont typeface="DM Sans"/>
              <a:buNone/>
              <a:defRPr>
                <a:latin typeface="DM Sans"/>
                <a:ea typeface="DM Sans"/>
                <a:cs typeface="DM Sans"/>
                <a:sym typeface="DM Sans"/>
              </a:defRPr>
            </a:lvl7pPr>
            <a:lvl8pPr lvl="7">
              <a:spcBef>
                <a:spcPts val="0"/>
              </a:spcBef>
              <a:spcAft>
                <a:spcPts val="0"/>
              </a:spcAft>
              <a:buSzPts val="1400"/>
              <a:buFont typeface="DM Sans"/>
              <a:buNone/>
              <a:defRPr>
                <a:latin typeface="DM Sans"/>
                <a:ea typeface="DM Sans"/>
                <a:cs typeface="DM Sans"/>
                <a:sym typeface="DM Sans"/>
              </a:defRPr>
            </a:lvl8pPr>
            <a:lvl9pPr lvl="8">
              <a:spcBef>
                <a:spcPts val="0"/>
              </a:spcBef>
              <a:spcAft>
                <a:spcPts val="0"/>
              </a:spcAft>
              <a:buSzPts val="1400"/>
              <a:buFont typeface="DM Sans"/>
              <a:buNone/>
              <a:defRPr>
                <a:latin typeface="DM Sans"/>
                <a:ea typeface="DM Sans"/>
                <a:cs typeface="DM Sans"/>
                <a:sym typeface="DM Sans"/>
              </a:defRPr>
            </a:lvl9pPr>
          </a:lstStyle>
          <a:p/>
        </p:txBody>
      </p:sp>
      <p:sp>
        <p:nvSpPr>
          <p:cNvPr id="258" name="Google Shape;258;p34"/>
          <p:cNvSpPr txBox="1"/>
          <p:nvPr>
            <p:ph type="title"/>
          </p:nvPr>
        </p:nvSpPr>
        <p:spPr>
          <a:xfrm>
            <a:off x="3154650" y="1801500"/>
            <a:ext cx="5622000" cy="28320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lvl1pPr>
            <a:lvl2pPr lvl="1">
              <a:lnSpc>
                <a:spcPct val="90000"/>
              </a:lnSpc>
              <a:spcBef>
                <a:spcPts val="0"/>
              </a:spcBef>
              <a:spcAft>
                <a:spcPts val="0"/>
              </a:spcAft>
              <a:buNone/>
              <a:defRPr sz="2800"/>
            </a:lvl2pPr>
            <a:lvl3pPr lvl="2">
              <a:lnSpc>
                <a:spcPct val="90000"/>
              </a:lnSpc>
              <a:spcBef>
                <a:spcPts val="0"/>
              </a:spcBef>
              <a:spcAft>
                <a:spcPts val="0"/>
              </a:spcAft>
              <a:buNone/>
              <a:defRPr sz="2800"/>
            </a:lvl3pPr>
            <a:lvl4pPr lvl="3">
              <a:lnSpc>
                <a:spcPct val="90000"/>
              </a:lnSpc>
              <a:spcBef>
                <a:spcPts val="0"/>
              </a:spcBef>
              <a:spcAft>
                <a:spcPts val="0"/>
              </a:spcAft>
              <a:buNone/>
              <a:defRPr sz="2800"/>
            </a:lvl4pPr>
            <a:lvl5pPr lvl="4">
              <a:lnSpc>
                <a:spcPct val="90000"/>
              </a:lnSpc>
              <a:spcBef>
                <a:spcPts val="0"/>
              </a:spcBef>
              <a:spcAft>
                <a:spcPts val="0"/>
              </a:spcAft>
              <a:buNone/>
              <a:defRPr sz="2800"/>
            </a:lvl5pPr>
            <a:lvl6pPr lvl="5">
              <a:lnSpc>
                <a:spcPct val="90000"/>
              </a:lnSpc>
              <a:spcBef>
                <a:spcPts val="0"/>
              </a:spcBef>
              <a:spcAft>
                <a:spcPts val="0"/>
              </a:spcAft>
              <a:buNone/>
              <a:defRPr sz="2800"/>
            </a:lvl6pPr>
            <a:lvl7pPr lvl="6">
              <a:lnSpc>
                <a:spcPct val="90000"/>
              </a:lnSpc>
              <a:spcBef>
                <a:spcPts val="0"/>
              </a:spcBef>
              <a:spcAft>
                <a:spcPts val="0"/>
              </a:spcAft>
              <a:buNone/>
              <a:defRPr sz="2800"/>
            </a:lvl7pPr>
            <a:lvl8pPr lvl="7">
              <a:lnSpc>
                <a:spcPct val="90000"/>
              </a:lnSpc>
              <a:spcBef>
                <a:spcPts val="0"/>
              </a:spcBef>
              <a:spcAft>
                <a:spcPts val="0"/>
              </a:spcAft>
              <a:buNone/>
              <a:defRPr sz="2800"/>
            </a:lvl8pPr>
            <a:lvl9pPr lvl="8">
              <a:lnSpc>
                <a:spcPct val="90000"/>
              </a:lnSpc>
              <a:spcBef>
                <a:spcPts val="0"/>
              </a:spcBef>
              <a:spcAft>
                <a:spcPts val="0"/>
              </a:spcAft>
              <a:buNone/>
              <a:defRPr sz="2800"/>
            </a:lvl9pPr>
          </a:lstStyle>
          <a:p/>
        </p:txBody>
      </p:sp>
      <p:sp>
        <p:nvSpPr>
          <p:cNvPr id="259" name="Google Shape;259;p34"/>
          <p:cNvSpPr/>
          <p:nvPr>
            <p:ph idx="3" type="pic"/>
          </p:nvPr>
        </p:nvSpPr>
        <p:spPr>
          <a:xfrm>
            <a:off x="361975" y="1066100"/>
            <a:ext cx="1967700" cy="1311600"/>
          </a:xfrm>
          <a:prstGeom prst="rect">
            <a:avLst/>
          </a:prstGeom>
          <a:noFill/>
          <a:ln>
            <a:no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header">
  <p:cSld name="CUSTOM_2_1_2_1_2">
    <p:bg>
      <p:bgPr>
        <a:solidFill>
          <a:schemeClr val="lt1"/>
        </a:solidFill>
      </p:bgPr>
    </p:bg>
    <p:spTree>
      <p:nvGrpSpPr>
        <p:cNvPr id="260" name="Shape 260"/>
        <p:cNvGrpSpPr/>
        <p:nvPr/>
      </p:nvGrpSpPr>
      <p:grpSpPr>
        <a:xfrm>
          <a:off x="0" y="0"/>
          <a:ext cx="0" cy="0"/>
          <a:chOff x="0" y="0"/>
          <a:chExt cx="0" cy="0"/>
        </a:xfrm>
      </p:grpSpPr>
      <p:sp>
        <p:nvSpPr>
          <p:cNvPr id="261" name="Google Shape;261;p35"/>
          <p:cNvSpPr/>
          <p:nvPr>
            <p:ph idx="2" type="pic"/>
          </p:nvPr>
        </p:nvSpPr>
        <p:spPr>
          <a:xfrm>
            <a:off x="361975" y="781775"/>
            <a:ext cx="2872800" cy="3783300"/>
          </a:xfrm>
          <a:prstGeom prst="rect">
            <a:avLst/>
          </a:prstGeom>
          <a:noFill/>
          <a:ln>
            <a:noFill/>
          </a:ln>
        </p:spPr>
      </p:sp>
      <p:sp>
        <p:nvSpPr>
          <p:cNvPr id="262" name="Google Shape;262;p35"/>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63" name="Google Shape;263;p35"/>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64" name="Google Shape;264;p35"/>
          <p:cNvSpPr txBox="1"/>
          <p:nvPr>
            <p:ph idx="3" type="subTitle"/>
          </p:nvPr>
        </p:nvSpPr>
        <p:spPr>
          <a:xfrm>
            <a:off x="3657600" y="1051772"/>
            <a:ext cx="4163100" cy="138600"/>
          </a:xfrm>
          <a:prstGeom prst="rect">
            <a:avLst/>
          </a:prstGeom>
        </p:spPr>
        <p:txBody>
          <a:bodyPr anchorCtr="0" anchor="b" bIns="0" lIns="0" spcFirstLastPara="1" rIns="0" wrap="square" tIns="0">
            <a:spAutoFit/>
          </a:bodyPr>
          <a:lstStyle>
            <a:lvl1pPr lvl="0">
              <a:spcBef>
                <a:spcPts val="0"/>
              </a:spcBef>
              <a:spcAft>
                <a:spcPts val="0"/>
              </a:spcAft>
              <a:buClr>
                <a:schemeClr val="dk1"/>
              </a:buClr>
              <a:buSzPts val="1000"/>
              <a:buFont typeface="DM Sans"/>
              <a:buNone/>
              <a:defRPr sz="1000">
                <a:solidFill>
                  <a:schemeClr val="dk1"/>
                </a:solidFill>
                <a:latin typeface="DM Sans"/>
                <a:ea typeface="DM Sans"/>
                <a:cs typeface="DM Sans"/>
                <a:sym typeface="DM Sans"/>
              </a:defRPr>
            </a:lvl1pPr>
            <a:lvl2pPr lvl="1">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p:txBody>
      </p:sp>
      <p:sp>
        <p:nvSpPr>
          <p:cNvPr id="265" name="Google Shape;265;p35"/>
          <p:cNvSpPr txBox="1"/>
          <p:nvPr>
            <p:ph type="title"/>
          </p:nvPr>
        </p:nvSpPr>
        <p:spPr>
          <a:xfrm>
            <a:off x="3657600" y="1555450"/>
            <a:ext cx="5622000" cy="1750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2800">
                <a:solidFill>
                  <a:schemeClr val="dk1"/>
                </a:solidFill>
              </a:defRPr>
            </a:lvl1pPr>
            <a:lvl2pPr lvl="1">
              <a:lnSpc>
                <a:spcPct val="90000"/>
              </a:lnSpc>
              <a:spcBef>
                <a:spcPts val="0"/>
              </a:spcBef>
              <a:spcAft>
                <a:spcPts val="0"/>
              </a:spcAft>
              <a:buNone/>
              <a:defRPr sz="2800">
                <a:solidFill>
                  <a:schemeClr val="dk1"/>
                </a:solidFill>
              </a:defRPr>
            </a:lvl2pPr>
            <a:lvl3pPr lvl="2">
              <a:lnSpc>
                <a:spcPct val="90000"/>
              </a:lnSpc>
              <a:spcBef>
                <a:spcPts val="0"/>
              </a:spcBef>
              <a:spcAft>
                <a:spcPts val="0"/>
              </a:spcAft>
              <a:buNone/>
              <a:defRPr sz="2800">
                <a:solidFill>
                  <a:schemeClr val="dk1"/>
                </a:solidFill>
              </a:defRPr>
            </a:lvl3pPr>
            <a:lvl4pPr lvl="3">
              <a:lnSpc>
                <a:spcPct val="90000"/>
              </a:lnSpc>
              <a:spcBef>
                <a:spcPts val="0"/>
              </a:spcBef>
              <a:spcAft>
                <a:spcPts val="0"/>
              </a:spcAft>
              <a:buNone/>
              <a:defRPr sz="2800">
                <a:solidFill>
                  <a:schemeClr val="dk1"/>
                </a:solidFill>
              </a:defRPr>
            </a:lvl4pPr>
            <a:lvl5pPr lvl="4">
              <a:lnSpc>
                <a:spcPct val="90000"/>
              </a:lnSpc>
              <a:spcBef>
                <a:spcPts val="0"/>
              </a:spcBef>
              <a:spcAft>
                <a:spcPts val="0"/>
              </a:spcAft>
              <a:buNone/>
              <a:defRPr sz="2800">
                <a:solidFill>
                  <a:schemeClr val="dk1"/>
                </a:solidFill>
              </a:defRPr>
            </a:lvl5pPr>
            <a:lvl6pPr lvl="5">
              <a:lnSpc>
                <a:spcPct val="90000"/>
              </a:lnSpc>
              <a:spcBef>
                <a:spcPts val="0"/>
              </a:spcBef>
              <a:spcAft>
                <a:spcPts val="0"/>
              </a:spcAft>
              <a:buNone/>
              <a:defRPr sz="2800">
                <a:solidFill>
                  <a:schemeClr val="dk1"/>
                </a:solidFill>
              </a:defRPr>
            </a:lvl6pPr>
            <a:lvl7pPr lvl="6">
              <a:lnSpc>
                <a:spcPct val="90000"/>
              </a:lnSpc>
              <a:spcBef>
                <a:spcPts val="0"/>
              </a:spcBef>
              <a:spcAft>
                <a:spcPts val="0"/>
              </a:spcAft>
              <a:buNone/>
              <a:defRPr sz="2800">
                <a:solidFill>
                  <a:schemeClr val="dk1"/>
                </a:solidFill>
              </a:defRPr>
            </a:lvl7pPr>
            <a:lvl8pPr lvl="7">
              <a:lnSpc>
                <a:spcPct val="90000"/>
              </a:lnSpc>
              <a:spcBef>
                <a:spcPts val="0"/>
              </a:spcBef>
              <a:spcAft>
                <a:spcPts val="0"/>
              </a:spcAft>
              <a:buNone/>
              <a:defRPr sz="2800">
                <a:solidFill>
                  <a:schemeClr val="dk1"/>
                </a:solidFill>
              </a:defRPr>
            </a:lvl8pPr>
            <a:lvl9pPr lvl="8">
              <a:lnSpc>
                <a:spcPct val="90000"/>
              </a:lnSpc>
              <a:spcBef>
                <a:spcPts val="0"/>
              </a:spcBef>
              <a:spcAft>
                <a:spcPts val="0"/>
              </a:spcAft>
              <a:buNone/>
              <a:defRPr sz="2800">
                <a:solidFill>
                  <a:schemeClr val="dk1"/>
                </a:solidFill>
              </a:defRPr>
            </a:lvl9pPr>
          </a:lstStyle>
          <a:p/>
        </p:txBody>
      </p:sp>
      <p:sp>
        <p:nvSpPr>
          <p:cNvPr id="266" name="Google Shape;266;p35"/>
          <p:cNvSpPr txBox="1"/>
          <p:nvPr>
            <p:ph idx="4" type="body"/>
          </p:nvPr>
        </p:nvSpPr>
        <p:spPr>
          <a:xfrm>
            <a:off x="3657600" y="3556575"/>
            <a:ext cx="3554400" cy="1029300"/>
          </a:xfrm>
          <a:prstGeom prst="rect">
            <a:avLst/>
          </a:prstGeom>
        </p:spPr>
        <p:txBody>
          <a:bodyPr anchorCtr="0" anchor="b" bIns="0" lIns="0" spcFirstLastPara="1" rIns="0" wrap="square" tIns="0">
            <a:spAutoFit/>
          </a:bodyPr>
          <a:lstStyle>
            <a:lvl1pPr indent="-292100" lvl="0" marL="457200">
              <a:spcBef>
                <a:spcPts val="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1pPr>
            <a:lvl2pPr indent="-292100" lvl="1" marL="914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2pPr>
            <a:lvl3pPr indent="-292100" lvl="2" marL="1371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3pPr>
            <a:lvl4pPr indent="-292100" lvl="3" marL="18288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4pPr>
            <a:lvl5pPr indent="-292100" lvl="4" marL="22860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5pPr>
            <a:lvl6pPr indent="-292100" lvl="5" marL="27432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6pPr>
            <a:lvl7pPr indent="-292100" lvl="6" marL="32004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7pPr>
            <a:lvl8pPr indent="-292100" lvl="7" marL="3657600">
              <a:spcBef>
                <a:spcPts val="800"/>
              </a:spcBef>
              <a:spcAft>
                <a:spcPts val="0"/>
              </a:spcAft>
              <a:buClr>
                <a:schemeClr val="dk1"/>
              </a:buClr>
              <a:buSzPts val="1000"/>
              <a:buFont typeface="DM Sans Light"/>
              <a:buChar char="○"/>
              <a:defRPr sz="1000">
                <a:solidFill>
                  <a:schemeClr val="dk1"/>
                </a:solidFill>
                <a:latin typeface="DM Sans Light"/>
                <a:ea typeface="DM Sans Light"/>
                <a:cs typeface="DM Sans Light"/>
                <a:sym typeface="DM Sans Light"/>
              </a:defRPr>
            </a:lvl8pPr>
            <a:lvl9pPr indent="-292100" lvl="8" marL="4114800">
              <a:spcBef>
                <a:spcPts val="800"/>
              </a:spcBef>
              <a:spcAft>
                <a:spcPts val="800"/>
              </a:spcAft>
              <a:buClr>
                <a:schemeClr val="dk1"/>
              </a:buClr>
              <a:buSzPts val="1000"/>
              <a:buFont typeface="DM Sans Light"/>
              <a:buChar char="■"/>
              <a:defRPr sz="10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with image - Alt 5">
  <p:cSld name="CUSTOM_2_1_2_1_1">
    <p:bg>
      <p:bgPr>
        <a:solidFill>
          <a:schemeClr val="accent2"/>
        </a:solidFill>
      </p:bgPr>
    </p:bg>
    <p:spTree>
      <p:nvGrpSpPr>
        <p:cNvPr id="267" name="Shape 267"/>
        <p:cNvGrpSpPr/>
        <p:nvPr/>
      </p:nvGrpSpPr>
      <p:grpSpPr>
        <a:xfrm>
          <a:off x="0" y="0"/>
          <a:ext cx="0" cy="0"/>
          <a:chOff x="0" y="0"/>
          <a:chExt cx="0" cy="0"/>
        </a:xfrm>
      </p:grpSpPr>
      <p:pic>
        <p:nvPicPr>
          <p:cNvPr descr="The reflective glass facade of a skyscraper. " id="268" name="Google Shape;268;p36"/>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69" name="Google Shape;269;p36"/>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0" name="Google Shape;270;p36"/>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1" name="Google Shape;271;p36"/>
          <p:cNvSpPr txBox="1"/>
          <p:nvPr>
            <p:ph idx="2" type="body"/>
          </p:nvPr>
        </p:nvSpPr>
        <p:spPr>
          <a:xfrm>
            <a:off x="1957800" y="4195275"/>
            <a:ext cx="5228400" cy="390600"/>
          </a:xfrm>
          <a:prstGeom prst="rect">
            <a:avLst/>
          </a:prstGeom>
        </p:spPr>
        <p:txBody>
          <a:bodyPr anchorCtr="0" anchor="b" bIns="0" lIns="0" spcFirstLastPara="1" rIns="0" wrap="square" tIns="0">
            <a:noAutofit/>
          </a:bodyPr>
          <a:lstStyle>
            <a:lvl1pPr indent="-292100" lvl="0" marL="457200" algn="ctr">
              <a:spcBef>
                <a:spcPts val="0"/>
              </a:spcBef>
              <a:spcAft>
                <a:spcPts val="0"/>
              </a:spcAft>
              <a:buClr>
                <a:schemeClr val="lt1"/>
              </a:buClr>
              <a:buSzPts val="1000"/>
              <a:buFont typeface="DM Sans"/>
              <a:buChar char="●"/>
              <a:defRPr sz="1000"/>
            </a:lvl1pPr>
            <a:lvl2pPr indent="-292100" lvl="1" marL="914400" algn="ctr">
              <a:spcBef>
                <a:spcPts val="800"/>
              </a:spcBef>
              <a:spcAft>
                <a:spcPts val="0"/>
              </a:spcAft>
              <a:buClr>
                <a:schemeClr val="lt1"/>
              </a:buClr>
              <a:buSzPts val="1000"/>
              <a:buFont typeface="DM Sans"/>
              <a:buChar char="○"/>
              <a:defRPr sz="1000"/>
            </a:lvl2pPr>
            <a:lvl3pPr indent="-292100" lvl="2" marL="1371600" algn="ctr">
              <a:spcBef>
                <a:spcPts val="800"/>
              </a:spcBef>
              <a:spcAft>
                <a:spcPts val="0"/>
              </a:spcAft>
              <a:buClr>
                <a:schemeClr val="lt1"/>
              </a:buClr>
              <a:buSzPts val="1000"/>
              <a:buFont typeface="DM Sans"/>
              <a:buChar char="■"/>
              <a:defRPr sz="1000"/>
            </a:lvl3pPr>
            <a:lvl4pPr indent="-292100" lvl="3" marL="1828800" algn="ctr">
              <a:spcBef>
                <a:spcPts val="800"/>
              </a:spcBef>
              <a:spcAft>
                <a:spcPts val="0"/>
              </a:spcAft>
              <a:buClr>
                <a:schemeClr val="lt1"/>
              </a:buClr>
              <a:buSzPts val="1000"/>
              <a:buFont typeface="DM Sans"/>
              <a:buChar char="●"/>
              <a:defRPr sz="1000"/>
            </a:lvl4pPr>
            <a:lvl5pPr indent="-292100" lvl="4" marL="2286000" algn="ctr">
              <a:spcBef>
                <a:spcPts val="800"/>
              </a:spcBef>
              <a:spcAft>
                <a:spcPts val="0"/>
              </a:spcAft>
              <a:buClr>
                <a:schemeClr val="lt1"/>
              </a:buClr>
              <a:buSzPts val="1000"/>
              <a:buFont typeface="DM Sans"/>
              <a:buChar char="○"/>
              <a:defRPr sz="1000"/>
            </a:lvl5pPr>
            <a:lvl6pPr indent="-292100" lvl="5" marL="2743200" algn="ctr">
              <a:spcBef>
                <a:spcPts val="800"/>
              </a:spcBef>
              <a:spcAft>
                <a:spcPts val="0"/>
              </a:spcAft>
              <a:buClr>
                <a:schemeClr val="lt1"/>
              </a:buClr>
              <a:buSzPts val="1000"/>
              <a:buFont typeface="DM Sans"/>
              <a:buChar char="■"/>
              <a:defRPr sz="1000"/>
            </a:lvl6pPr>
            <a:lvl7pPr indent="-292100" lvl="6" marL="3200400" algn="ctr">
              <a:spcBef>
                <a:spcPts val="800"/>
              </a:spcBef>
              <a:spcAft>
                <a:spcPts val="0"/>
              </a:spcAft>
              <a:buClr>
                <a:schemeClr val="lt1"/>
              </a:buClr>
              <a:buSzPts val="1000"/>
              <a:buFont typeface="DM Sans"/>
              <a:buChar char="●"/>
              <a:defRPr sz="1000"/>
            </a:lvl7pPr>
            <a:lvl8pPr indent="-292100" lvl="7" marL="3657600" algn="ctr">
              <a:spcBef>
                <a:spcPts val="800"/>
              </a:spcBef>
              <a:spcAft>
                <a:spcPts val="0"/>
              </a:spcAft>
              <a:buClr>
                <a:schemeClr val="lt1"/>
              </a:buClr>
              <a:buSzPts val="1000"/>
              <a:buFont typeface="DM Sans"/>
              <a:buChar char="○"/>
              <a:defRPr sz="1000"/>
            </a:lvl8pPr>
            <a:lvl9pPr indent="-292100" lvl="8" marL="4114800" algn="ctr">
              <a:spcBef>
                <a:spcPts val="800"/>
              </a:spcBef>
              <a:spcAft>
                <a:spcPts val="800"/>
              </a:spcAft>
              <a:buClr>
                <a:schemeClr val="lt1"/>
              </a:buClr>
              <a:buSzPts val="1000"/>
              <a:buFont typeface="DM Sans"/>
              <a:buChar char="■"/>
              <a:defRPr sz="1000"/>
            </a:lvl9pPr>
          </a:lstStyle>
          <a:p/>
        </p:txBody>
      </p:sp>
      <p:sp>
        <p:nvSpPr>
          <p:cNvPr id="272" name="Google Shape;272;p36"/>
          <p:cNvSpPr txBox="1"/>
          <p:nvPr>
            <p:ph idx="3"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73" name="Google Shape;273;p36"/>
          <p:cNvSpPr txBox="1"/>
          <p:nvPr>
            <p:ph type="title"/>
          </p:nvPr>
        </p:nvSpPr>
        <p:spPr>
          <a:xfrm>
            <a:off x="719400" y="988550"/>
            <a:ext cx="7705200" cy="587700"/>
          </a:xfrm>
          <a:prstGeom prst="rect">
            <a:avLst/>
          </a:prstGeom>
        </p:spPr>
        <p:txBody>
          <a:bodyPr anchorCtr="0" anchor="t" bIns="0" lIns="0" spcFirstLastPara="1" rIns="0" wrap="square" tIns="0">
            <a:sp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sz="2200"/>
            </a:lvl2pPr>
            <a:lvl3pPr lvl="2" algn="ctr">
              <a:lnSpc>
                <a:spcPct val="90000"/>
              </a:lnSpc>
              <a:spcBef>
                <a:spcPts val="0"/>
              </a:spcBef>
              <a:spcAft>
                <a:spcPts val="0"/>
              </a:spcAft>
              <a:buNone/>
              <a:defRPr sz="2200"/>
            </a:lvl3pPr>
            <a:lvl4pPr lvl="3" algn="ctr">
              <a:lnSpc>
                <a:spcPct val="90000"/>
              </a:lnSpc>
              <a:spcBef>
                <a:spcPts val="0"/>
              </a:spcBef>
              <a:spcAft>
                <a:spcPts val="0"/>
              </a:spcAft>
              <a:buNone/>
              <a:defRPr sz="2200"/>
            </a:lvl4pPr>
            <a:lvl5pPr lvl="4" algn="ctr">
              <a:lnSpc>
                <a:spcPct val="90000"/>
              </a:lnSpc>
              <a:spcBef>
                <a:spcPts val="0"/>
              </a:spcBef>
              <a:spcAft>
                <a:spcPts val="0"/>
              </a:spcAft>
              <a:buNone/>
              <a:defRPr sz="2200"/>
            </a:lvl5pPr>
            <a:lvl6pPr lvl="5" algn="ctr">
              <a:lnSpc>
                <a:spcPct val="90000"/>
              </a:lnSpc>
              <a:spcBef>
                <a:spcPts val="0"/>
              </a:spcBef>
              <a:spcAft>
                <a:spcPts val="0"/>
              </a:spcAft>
              <a:buNone/>
              <a:defRPr sz="2200"/>
            </a:lvl6pPr>
            <a:lvl7pPr lvl="6" algn="ctr">
              <a:lnSpc>
                <a:spcPct val="90000"/>
              </a:lnSpc>
              <a:spcBef>
                <a:spcPts val="0"/>
              </a:spcBef>
              <a:spcAft>
                <a:spcPts val="0"/>
              </a:spcAft>
              <a:buNone/>
              <a:defRPr sz="2200"/>
            </a:lvl7pPr>
            <a:lvl8pPr lvl="7" algn="ctr">
              <a:lnSpc>
                <a:spcPct val="90000"/>
              </a:lnSpc>
              <a:spcBef>
                <a:spcPts val="0"/>
              </a:spcBef>
              <a:spcAft>
                <a:spcPts val="0"/>
              </a:spcAft>
              <a:buNone/>
              <a:defRPr sz="2200"/>
            </a:lvl8pPr>
            <a:lvl9pPr lvl="8" algn="ctr">
              <a:lnSpc>
                <a:spcPct val="90000"/>
              </a:lnSpc>
              <a:spcBef>
                <a:spcPts val="0"/>
              </a:spcBef>
              <a:spcAft>
                <a:spcPts val="0"/>
              </a:spcAft>
              <a:buNone/>
              <a:defRPr sz="2200"/>
            </a:lvl9pPr>
          </a:lstStyle>
          <a:p/>
        </p:txBody>
      </p:sp>
      <p:sp>
        <p:nvSpPr>
          <p:cNvPr id="274" name="Google Shape;274;p36"/>
          <p:cNvSpPr/>
          <p:nvPr>
            <p:ph idx="4" type="pic"/>
          </p:nvPr>
        </p:nvSpPr>
        <p:spPr>
          <a:xfrm>
            <a:off x="3588150" y="2027104"/>
            <a:ext cx="1967700" cy="1311600"/>
          </a:xfrm>
          <a:prstGeom prst="rect">
            <a:avLst/>
          </a:prstGeom>
          <a:noFill/>
          <a:ln>
            <a:no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 - Alt 2">
  <p:cSld name="CUSTOM_2_1_1_1">
    <p:bg>
      <p:bgPr>
        <a:solidFill>
          <a:schemeClr val="accent1"/>
        </a:solidFill>
      </p:bgPr>
    </p:bg>
    <p:spTree>
      <p:nvGrpSpPr>
        <p:cNvPr id="275" name="Shape 275"/>
        <p:cNvGrpSpPr/>
        <p:nvPr/>
      </p:nvGrpSpPr>
      <p:grpSpPr>
        <a:xfrm>
          <a:off x="0" y="0"/>
          <a:ext cx="0" cy="0"/>
          <a:chOff x="0" y="0"/>
          <a:chExt cx="0" cy="0"/>
        </a:xfrm>
      </p:grpSpPr>
      <p:pic>
        <p:nvPicPr>
          <p:cNvPr descr="A modern glass skyscraper. " id="276" name="Google Shape;276;p37"/>
          <p:cNvPicPr preferRelativeResize="0"/>
          <p:nvPr/>
        </p:nvPicPr>
        <p:blipFill rotWithShape="1">
          <a:blip r:embed="rId2">
            <a:alphaModFix amt="14000"/>
          </a:blip>
          <a:srcRect b="15604" l="0" r="0" t="0"/>
          <a:stretch/>
        </p:blipFill>
        <p:spPr>
          <a:xfrm>
            <a:off x="0" y="-8150"/>
            <a:ext cx="9144003" cy="5143501"/>
          </a:xfrm>
          <a:prstGeom prst="rect">
            <a:avLst/>
          </a:prstGeom>
          <a:noFill/>
          <a:ln>
            <a:noFill/>
          </a:ln>
        </p:spPr>
      </p:pic>
      <p:sp>
        <p:nvSpPr>
          <p:cNvPr id="277" name="Google Shape;277;p37"/>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78" name="Google Shape;278;p37"/>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9" name="Google Shape;279;p37"/>
          <p:cNvSpPr txBox="1"/>
          <p:nvPr>
            <p:ph idx="2" type="subTitle"/>
          </p:nvPr>
        </p:nvSpPr>
        <p:spPr>
          <a:xfrm>
            <a:off x="2490450" y="732775"/>
            <a:ext cx="4163100" cy="138600"/>
          </a:xfrm>
          <a:prstGeom prst="rect">
            <a:avLst/>
          </a:prstGeom>
        </p:spPr>
        <p:txBody>
          <a:bodyPr anchorCtr="0" anchor="b" bIns="0" lIns="0" spcFirstLastPara="1" rIns="0" wrap="square" tIns="0">
            <a:spAutoFit/>
          </a:bodyPr>
          <a:lstStyle>
            <a:lvl1pPr lvl="0" algn="ctr">
              <a:spcBef>
                <a:spcPts val="0"/>
              </a:spcBef>
              <a:spcAft>
                <a:spcPts val="0"/>
              </a:spcAft>
              <a:buSzPts val="1000"/>
              <a:buFont typeface="DM Sans Light"/>
              <a:buNone/>
              <a:defRPr sz="1000">
                <a:latin typeface="DM Sans Light"/>
                <a:ea typeface="DM Sans Light"/>
                <a:cs typeface="DM Sans Light"/>
                <a:sym typeface="DM Sans Light"/>
              </a:defRPr>
            </a:lvl1pPr>
            <a:lvl2pPr lvl="1" algn="ctr">
              <a:spcBef>
                <a:spcPts val="0"/>
              </a:spcBef>
              <a:spcAft>
                <a:spcPts val="0"/>
              </a:spcAft>
              <a:buSzPts val="1400"/>
              <a:buFont typeface="DM Sans Light"/>
              <a:buNone/>
              <a:defRPr>
                <a:latin typeface="DM Sans Light"/>
                <a:ea typeface="DM Sans Light"/>
                <a:cs typeface="DM Sans Light"/>
                <a:sym typeface="DM Sans Light"/>
              </a:defRPr>
            </a:lvl2pPr>
            <a:lvl3pPr lvl="2" algn="ctr">
              <a:spcBef>
                <a:spcPts val="0"/>
              </a:spcBef>
              <a:spcAft>
                <a:spcPts val="0"/>
              </a:spcAft>
              <a:buSzPts val="1400"/>
              <a:buFont typeface="DM Sans Light"/>
              <a:buNone/>
              <a:defRPr>
                <a:latin typeface="DM Sans Light"/>
                <a:ea typeface="DM Sans Light"/>
                <a:cs typeface="DM Sans Light"/>
                <a:sym typeface="DM Sans Light"/>
              </a:defRPr>
            </a:lvl3pPr>
            <a:lvl4pPr lvl="3" algn="ctr">
              <a:spcBef>
                <a:spcPts val="0"/>
              </a:spcBef>
              <a:spcAft>
                <a:spcPts val="0"/>
              </a:spcAft>
              <a:buSzPts val="1400"/>
              <a:buFont typeface="DM Sans Light"/>
              <a:buNone/>
              <a:defRPr>
                <a:latin typeface="DM Sans Light"/>
                <a:ea typeface="DM Sans Light"/>
                <a:cs typeface="DM Sans Light"/>
                <a:sym typeface="DM Sans Light"/>
              </a:defRPr>
            </a:lvl4pPr>
            <a:lvl5pPr lvl="4" algn="ctr">
              <a:spcBef>
                <a:spcPts val="0"/>
              </a:spcBef>
              <a:spcAft>
                <a:spcPts val="0"/>
              </a:spcAft>
              <a:buSzPts val="1400"/>
              <a:buFont typeface="DM Sans Light"/>
              <a:buNone/>
              <a:defRPr>
                <a:latin typeface="DM Sans Light"/>
                <a:ea typeface="DM Sans Light"/>
                <a:cs typeface="DM Sans Light"/>
                <a:sym typeface="DM Sans Light"/>
              </a:defRPr>
            </a:lvl5pPr>
            <a:lvl6pPr lvl="5" algn="ctr">
              <a:spcBef>
                <a:spcPts val="0"/>
              </a:spcBef>
              <a:spcAft>
                <a:spcPts val="0"/>
              </a:spcAft>
              <a:buSzPts val="1400"/>
              <a:buFont typeface="DM Sans Light"/>
              <a:buNone/>
              <a:defRPr>
                <a:latin typeface="DM Sans Light"/>
                <a:ea typeface="DM Sans Light"/>
                <a:cs typeface="DM Sans Light"/>
                <a:sym typeface="DM Sans Light"/>
              </a:defRPr>
            </a:lvl6pPr>
            <a:lvl7pPr lvl="6" algn="ctr">
              <a:spcBef>
                <a:spcPts val="0"/>
              </a:spcBef>
              <a:spcAft>
                <a:spcPts val="0"/>
              </a:spcAft>
              <a:buSzPts val="1400"/>
              <a:buFont typeface="DM Sans Light"/>
              <a:buNone/>
              <a:defRPr>
                <a:latin typeface="DM Sans Light"/>
                <a:ea typeface="DM Sans Light"/>
                <a:cs typeface="DM Sans Light"/>
                <a:sym typeface="DM Sans Light"/>
              </a:defRPr>
            </a:lvl7pPr>
            <a:lvl8pPr lvl="7" algn="ctr">
              <a:spcBef>
                <a:spcPts val="0"/>
              </a:spcBef>
              <a:spcAft>
                <a:spcPts val="0"/>
              </a:spcAft>
              <a:buSzPts val="1400"/>
              <a:buFont typeface="DM Sans Light"/>
              <a:buNone/>
              <a:defRPr>
                <a:latin typeface="DM Sans Light"/>
                <a:ea typeface="DM Sans Light"/>
                <a:cs typeface="DM Sans Light"/>
                <a:sym typeface="DM Sans Light"/>
              </a:defRPr>
            </a:lvl8pPr>
            <a:lvl9pPr lvl="8" algn="ctr">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280" name="Google Shape;280;p37"/>
          <p:cNvSpPr txBox="1"/>
          <p:nvPr>
            <p:ph type="title"/>
          </p:nvPr>
        </p:nvSpPr>
        <p:spPr>
          <a:xfrm>
            <a:off x="1128900" y="1430400"/>
            <a:ext cx="6886200" cy="2282700"/>
          </a:xfrm>
          <a:prstGeom prst="rect">
            <a:avLst/>
          </a:prstGeom>
        </p:spPr>
        <p:txBody>
          <a:bodyPr anchorCtr="0" anchor="ctr" bIns="0" lIns="0" spcFirstLastPara="1" rIns="0" wrap="square" tIns="0">
            <a:noAutofit/>
          </a:bodyPr>
          <a:lstStyle>
            <a:lvl1pPr lvl="0" algn="ctr">
              <a:spcBef>
                <a:spcPts val="0"/>
              </a:spcBef>
              <a:spcAft>
                <a:spcPts val="0"/>
              </a:spcAft>
              <a:buNone/>
              <a:defRPr sz="2800"/>
            </a:lvl1pPr>
            <a:lvl2pPr lvl="1" algn="ctr">
              <a:lnSpc>
                <a:spcPct val="115000"/>
              </a:lnSpc>
              <a:spcBef>
                <a:spcPts val="0"/>
              </a:spcBef>
              <a:spcAft>
                <a:spcPts val="0"/>
              </a:spcAft>
              <a:buNone/>
              <a:defRPr/>
            </a:lvl2pPr>
            <a:lvl3pPr lvl="2" algn="ctr">
              <a:lnSpc>
                <a:spcPct val="115000"/>
              </a:lnSpc>
              <a:spcBef>
                <a:spcPts val="0"/>
              </a:spcBef>
              <a:spcAft>
                <a:spcPts val="0"/>
              </a:spcAft>
              <a:buNone/>
              <a:defRPr/>
            </a:lvl3pPr>
            <a:lvl4pPr lvl="3" algn="ctr">
              <a:lnSpc>
                <a:spcPct val="115000"/>
              </a:lnSpc>
              <a:spcBef>
                <a:spcPts val="0"/>
              </a:spcBef>
              <a:spcAft>
                <a:spcPts val="0"/>
              </a:spcAft>
              <a:buNone/>
              <a:defRPr/>
            </a:lvl4pPr>
            <a:lvl5pPr lvl="4" algn="ctr">
              <a:lnSpc>
                <a:spcPct val="115000"/>
              </a:lnSpc>
              <a:spcBef>
                <a:spcPts val="0"/>
              </a:spcBef>
              <a:spcAft>
                <a:spcPts val="0"/>
              </a:spcAft>
              <a:buNone/>
              <a:defRPr/>
            </a:lvl5pPr>
            <a:lvl6pPr lvl="5" algn="ctr">
              <a:lnSpc>
                <a:spcPct val="115000"/>
              </a:lnSpc>
              <a:spcBef>
                <a:spcPts val="0"/>
              </a:spcBef>
              <a:spcAft>
                <a:spcPts val="0"/>
              </a:spcAft>
              <a:buNone/>
              <a:defRPr/>
            </a:lvl6pPr>
            <a:lvl7pPr lvl="6" algn="ctr">
              <a:lnSpc>
                <a:spcPct val="115000"/>
              </a:lnSpc>
              <a:spcBef>
                <a:spcPts val="0"/>
              </a:spcBef>
              <a:spcAft>
                <a:spcPts val="0"/>
              </a:spcAft>
              <a:buNone/>
              <a:defRPr/>
            </a:lvl7pPr>
            <a:lvl8pPr lvl="7" algn="ctr">
              <a:lnSpc>
                <a:spcPct val="115000"/>
              </a:lnSpc>
              <a:spcBef>
                <a:spcPts val="0"/>
              </a:spcBef>
              <a:spcAft>
                <a:spcPts val="0"/>
              </a:spcAft>
              <a:buNone/>
              <a:defRPr/>
            </a:lvl8pPr>
            <a:lvl9pPr lvl="8" algn="ctr">
              <a:lnSpc>
                <a:spcPct val="115000"/>
              </a:lnSpc>
              <a:spcBef>
                <a:spcPts val="0"/>
              </a:spcBef>
              <a:spcAft>
                <a:spcPts val="0"/>
              </a:spcAft>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overview - Six modules">
  <p:cSld name="CUSTOM_3">
    <p:bg>
      <p:bgPr>
        <a:solidFill>
          <a:schemeClr val="lt1"/>
        </a:solidFill>
      </p:bgPr>
    </p:bg>
    <p:spTree>
      <p:nvGrpSpPr>
        <p:cNvPr id="281" name="Shape 281"/>
        <p:cNvGrpSpPr/>
        <p:nvPr/>
      </p:nvGrpSpPr>
      <p:grpSpPr>
        <a:xfrm>
          <a:off x="0" y="0"/>
          <a:ext cx="0" cy="0"/>
          <a:chOff x="0" y="0"/>
          <a:chExt cx="0" cy="0"/>
        </a:xfrm>
      </p:grpSpPr>
      <p:cxnSp>
        <p:nvCxnSpPr>
          <p:cNvPr id="282" name="Google Shape;282;p38"/>
          <p:cNvCxnSpPr/>
          <p:nvPr/>
        </p:nvCxnSpPr>
        <p:spPr>
          <a:xfrm>
            <a:off x="6096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3" name="Google Shape;283;p38"/>
          <p:cNvCxnSpPr/>
          <p:nvPr/>
        </p:nvCxnSpPr>
        <p:spPr>
          <a:xfrm>
            <a:off x="3048087" y="1794800"/>
            <a:ext cx="0" cy="2755200"/>
          </a:xfrm>
          <a:prstGeom prst="straightConnector1">
            <a:avLst/>
          </a:prstGeom>
          <a:noFill/>
          <a:ln cap="flat" cmpd="sng" w="19050">
            <a:solidFill>
              <a:schemeClr val="lt1"/>
            </a:solidFill>
            <a:prstDash val="solid"/>
            <a:round/>
            <a:headEnd len="med" w="med" type="none"/>
            <a:tailEnd len="med" w="med" type="none"/>
          </a:ln>
        </p:spPr>
      </p:cxnSp>
      <p:cxnSp>
        <p:nvCxnSpPr>
          <p:cNvPr id="284" name="Google Shape;284;p38"/>
          <p:cNvCxnSpPr/>
          <p:nvPr/>
        </p:nvCxnSpPr>
        <p:spPr>
          <a:xfrm>
            <a:off x="50" y="3174279"/>
            <a:ext cx="9144000" cy="0"/>
          </a:xfrm>
          <a:prstGeom prst="straightConnector1">
            <a:avLst/>
          </a:prstGeom>
          <a:noFill/>
          <a:ln cap="flat" cmpd="sng" w="19050">
            <a:solidFill>
              <a:schemeClr val="lt1"/>
            </a:solidFill>
            <a:prstDash val="solid"/>
            <a:round/>
            <a:headEnd len="med" w="med" type="none"/>
            <a:tailEnd len="med" w="med" type="none"/>
          </a:ln>
        </p:spPr>
      </p:cxnSp>
      <p:sp>
        <p:nvSpPr>
          <p:cNvPr id="285" name="Google Shape;285;p38"/>
          <p:cNvSpPr txBox="1"/>
          <p:nvPr>
            <p:ph idx="1" type="subTitle"/>
          </p:nvPr>
        </p:nvSpPr>
        <p:spPr>
          <a:xfrm>
            <a:off x="363200"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86" name="Google Shape;286;p38"/>
          <p:cNvSpPr txBox="1"/>
          <p:nvPr>
            <p:ph idx="2" type="subTitle"/>
          </p:nvPr>
        </p:nvSpPr>
        <p:spPr>
          <a:xfrm>
            <a:off x="361975"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87" name="Google Shape;287;p38"/>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288" name="Google Shape;288;p38"/>
          <p:cNvSpPr txBox="1"/>
          <p:nvPr>
            <p:ph idx="3"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89" name="Google Shape;289;p38"/>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290" name="Google Shape;290;p38"/>
          <p:cNvSpPr txBox="1"/>
          <p:nvPr>
            <p:ph idx="4" type="subTitle"/>
          </p:nvPr>
        </p:nvSpPr>
        <p:spPr>
          <a:xfrm>
            <a:off x="341182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1" name="Google Shape;291;p38"/>
          <p:cNvSpPr txBox="1"/>
          <p:nvPr>
            <p:ph idx="5" type="subTitle"/>
          </p:nvPr>
        </p:nvSpPr>
        <p:spPr>
          <a:xfrm>
            <a:off x="341060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2" name="Google Shape;292;p38"/>
          <p:cNvSpPr txBox="1"/>
          <p:nvPr>
            <p:ph idx="6" type="subTitle"/>
          </p:nvPr>
        </p:nvSpPr>
        <p:spPr>
          <a:xfrm>
            <a:off x="6460475" y="2516650"/>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3" name="Google Shape;293;p38"/>
          <p:cNvSpPr txBox="1"/>
          <p:nvPr>
            <p:ph idx="7" type="subTitle"/>
          </p:nvPr>
        </p:nvSpPr>
        <p:spPr>
          <a:xfrm>
            <a:off x="6459250" y="2227250"/>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4" name="Google Shape;294;p38"/>
          <p:cNvSpPr txBox="1"/>
          <p:nvPr>
            <p:ph idx="8" type="subTitle"/>
          </p:nvPr>
        </p:nvSpPr>
        <p:spPr>
          <a:xfrm>
            <a:off x="363200"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5" name="Google Shape;295;p38"/>
          <p:cNvSpPr txBox="1"/>
          <p:nvPr>
            <p:ph idx="9" type="subTitle"/>
          </p:nvPr>
        </p:nvSpPr>
        <p:spPr>
          <a:xfrm>
            <a:off x="361975"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6" name="Google Shape;296;p38"/>
          <p:cNvSpPr txBox="1"/>
          <p:nvPr>
            <p:ph idx="13" type="subTitle"/>
          </p:nvPr>
        </p:nvSpPr>
        <p:spPr>
          <a:xfrm>
            <a:off x="341182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7" name="Google Shape;297;p38"/>
          <p:cNvSpPr txBox="1"/>
          <p:nvPr>
            <p:ph idx="14" type="subTitle"/>
          </p:nvPr>
        </p:nvSpPr>
        <p:spPr>
          <a:xfrm>
            <a:off x="341060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
        <p:nvSpPr>
          <p:cNvPr id="298" name="Google Shape;298;p38"/>
          <p:cNvSpPr txBox="1"/>
          <p:nvPr>
            <p:ph idx="15" type="subTitle"/>
          </p:nvPr>
        </p:nvSpPr>
        <p:spPr>
          <a:xfrm>
            <a:off x="6460475" y="3864775"/>
            <a:ext cx="2321700" cy="1878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600"/>
              <a:buNone/>
              <a:defRPr sz="1600">
                <a:solidFill>
                  <a:schemeClr val="dk1"/>
                </a:solidFill>
              </a:defRPr>
            </a:lvl1pPr>
            <a:lvl2pPr lvl="1">
              <a:spcBef>
                <a:spcPts val="0"/>
              </a:spcBef>
              <a:spcAft>
                <a:spcPts val="0"/>
              </a:spcAft>
              <a:buClr>
                <a:schemeClr val="dk1"/>
              </a:buClr>
              <a:buSzPts val="1000"/>
              <a:buNone/>
              <a:defRPr sz="1000">
                <a:solidFill>
                  <a:schemeClr val="dk1"/>
                </a:solidFill>
              </a:defRPr>
            </a:lvl2pPr>
            <a:lvl3pPr lvl="2">
              <a:spcBef>
                <a:spcPts val="0"/>
              </a:spcBef>
              <a:spcAft>
                <a:spcPts val="0"/>
              </a:spcAft>
              <a:buClr>
                <a:schemeClr val="dk1"/>
              </a:buClr>
              <a:buSzPts val="1000"/>
              <a:buNone/>
              <a:defRPr sz="1000">
                <a:solidFill>
                  <a:schemeClr val="dk1"/>
                </a:solidFill>
              </a:defRPr>
            </a:lvl3pPr>
            <a:lvl4pPr lvl="3">
              <a:spcBef>
                <a:spcPts val="0"/>
              </a:spcBef>
              <a:spcAft>
                <a:spcPts val="0"/>
              </a:spcAft>
              <a:buClr>
                <a:schemeClr val="dk1"/>
              </a:buClr>
              <a:buSzPts val="1000"/>
              <a:buNone/>
              <a:defRPr sz="1000">
                <a:solidFill>
                  <a:schemeClr val="dk1"/>
                </a:solidFill>
              </a:defRPr>
            </a:lvl4pPr>
            <a:lvl5pPr lvl="4">
              <a:spcBef>
                <a:spcPts val="0"/>
              </a:spcBef>
              <a:spcAft>
                <a:spcPts val="0"/>
              </a:spcAft>
              <a:buClr>
                <a:schemeClr val="dk1"/>
              </a:buClr>
              <a:buSzPts val="1000"/>
              <a:buNone/>
              <a:defRPr sz="1000">
                <a:solidFill>
                  <a:schemeClr val="dk1"/>
                </a:solidFill>
              </a:defRPr>
            </a:lvl5pPr>
            <a:lvl6pPr lvl="5">
              <a:spcBef>
                <a:spcPts val="0"/>
              </a:spcBef>
              <a:spcAft>
                <a:spcPts val="0"/>
              </a:spcAft>
              <a:buClr>
                <a:schemeClr val="dk1"/>
              </a:buClr>
              <a:buSzPts val="1000"/>
              <a:buNone/>
              <a:defRPr sz="1000">
                <a:solidFill>
                  <a:schemeClr val="dk1"/>
                </a:solidFill>
              </a:defRPr>
            </a:lvl6pPr>
            <a:lvl7pPr lvl="6">
              <a:spcBef>
                <a:spcPts val="0"/>
              </a:spcBef>
              <a:spcAft>
                <a:spcPts val="0"/>
              </a:spcAft>
              <a:buClr>
                <a:schemeClr val="dk1"/>
              </a:buClr>
              <a:buSzPts val="1000"/>
              <a:buNone/>
              <a:defRPr sz="1000">
                <a:solidFill>
                  <a:schemeClr val="dk1"/>
                </a:solidFill>
              </a:defRPr>
            </a:lvl7pPr>
            <a:lvl8pPr lvl="7">
              <a:spcBef>
                <a:spcPts val="0"/>
              </a:spcBef>
              <a:spcAft>
                <a:spcPts val="0"/>
              </a:spcAft>
              <a:buClr>
                <a:schemeClr val="dk1"/>
              </a:buClr>
              <a:buSzPts val="1000"/>
              <a:buNone/>
              <a:defRPr sz="1000">
                <a:solidFill>
                  <a:schemeClr val="dk1"/>
                </a:solidFill>
              </a:defRPr>
            </a:lvl8pPr>
            <a:lvl9pPr lvl="8">
              <a:spcBef>
                <a:spcPts val="0"/>
              </a:spcBef>
              <a:spcAft>
                <a:spcPts val="0"/>
              </a:spcAft>
              <a:buClr>
                <a:schemeClr val="dk1"/>
              </a:buClr>
              <a:buSzPts val="1000"/>
              <a:buNone/>
              <a:defRPr sz="1000">
                <a:solidFill>
                  <a:schemeClr val="dk1"/>
                </a:solidFill>
              </a:defRPr>
            </a:lvl9pPr>
          </a:lstStyle>
          <a:p/>
        </p:txBody>
      </p:sp>
      <p:sp>
        <p:nvSpPr>
          <p:cNvPr id="299" name="Google Shape;299;p38"/>
          <p:cNvSpPr txBox="1"/>
          <p:nvPr>
            <p:ph idx="16" type="subTitle"/>
          </p:nvPr>
        </p:nvSpPr>
        <p:spPr>
          <a:xfrm>
            <a:off x="6459250" y="3575375"/>
            <a:ext cx="2321700" cy="219600"/>
          </a:xfrm>
          <a:prstGeom prst="rect">
            <a:avLst/>
          </a:prstGeom>
        </p:spPr>
        <p:txBody>
          <a:bodyPr anchorCtr="0" anchor="ctr" bIns="0" lIns="0" spcFirstLastPara="1" rIns="0" wrap="square" tIns="0">
            <a:noAutofit/>
          </a:bodyPr>
          <a:lstStyle>
            <a:lvl1pPr lvl="0">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1pPr>
            <a:lvl2pPr lvl="1">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2pPr>
            <a:lvl3pPr lvl="2">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3pPr>
            <a:lvl4pPr lvl="3">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4pPr>
            <a:lvl5pPr lvl="4">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5pPr>
            <a:lvl6pPr lvl="5">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6pPr>
            <a:lvl7pPr lvl="6">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7pPr>
            <a:lvl8pPr lvl="7">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8pPr>
            <a:lvl9pPr lvl="8">
              <a:spcBef>
                <a:spcPts val="0"/>
              </a:spcBef>
              <a:spcAft>
                <a:spcPts val="0"/>
              </a:spcAft>
              <a:buClr>
                <a:schemeClr val="accent2"/>
              </a:buClr>
              <a:buSzPts val="1000"/>
              <a:buFont typeface="DM Sans Light"/>
              <a:buNone/>
              <a:defRPr sz="1000">
                <a:solidFill>
                  <a:schemeClr val="accent2"/>
                </a:solidFill>
                <a:latin typeface="DM Sans Light"/>
                <a:ea typeface="DM Sans Light"/>
                <a:cs typeface="DM Sans Light"/>
                <a:sym typeface="DM Sans Light"/>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1">
  <p:cSld name="CUSTOM_4">
    <p:spTree>
      <p:nvGrpSpPr>
        <p:cNvPr id="300" name="Shape 300"/>
        <p:cNvGrpSpPr/>
        <p:nvPr/>
      </p:nvGrpSpPr>
      <p:grpSpPr>
        <a:xfrm>
          <a:off x="0" y="0"/>
          <a:ext cx="0" cy="0"/>
          <a:chOff x="0" y="0"/>
          <a:chExt cx="0" cy="0"/>
        </a:xfrm>
      </p:grpSpPr>
      <p:sp>
        <p:nvSpPr>
          <p:cNvPr id="301" name="Google Shape;301;p39"/>
          <p:cNvSpPr txBox="1"/>
          <p:nvPr>
            <p:ph idx="1" type="subTitle"/>
          </p:nvPr>
        </p:nvSpPr>
        <p:spPr>
          <a:xfrm>
            <a:off x="742900" y="2158550"/>
            <a:ext cx="3213000" cy="138600"/>
          </a:xfrm>
          <a:prstGeom prst="rect">
            <a:avLst/>
          </a:prstGeom>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02" name="Google Shape;302;p39"/>
          <p:cNvSpPr txBox="1"/>
          <p:nvPr>
            <p:ph idx="2" type="body"/>
          </p:nvPr>
        </p:nvSpPr>
        <p:spPr>
          <a:xfrm>
            <a:off x="742900" y="2381875"/>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03" name="Google Shape;303;p39"/>
          <p:cNvSpPr/>
          <p:nvPr>
            <p:ph idx="3" type="pic"/>
          </p:nvPr>
        </p:nvSpPr>
        <p:spPr>
          <a:xfrm>
            <a:off x="5402575" y="0"/>
            <a:ext cx="3739800" cy="3129600"/>
          </a:xfrm>
          <a:prstGeom prst="rect">
            <a:avLst/>
          </a:prstGeom>
          <a:noFill/>
          <a:ln cap="flat" cmpd="sng" w="9525">
            <a:solidFill>
              <a:schemeClr val="accent6"/>
            </a:solidFill>
            <a:prstDash val="solid"/>
            <a:round/>
            <a:headEnd len="sm" w="sm" type="none"/>
            <a:tailEnd len="sm" w="sm" type="none"/>
          </a:ln>
        </p:spPr>
      </p:sp>
      <p:sp>
        <p:nvSpPr>
          <p:cNvPr id="304" name="Google Shape;304;p39"/>
          <p:cNvSpPr txBox="1"/>
          <p:nvPr>
            <p:ph type="title"/>
          </p:nvPr>
        </p:nvSpPr>
        <p:spPr>
          <a:xfrm>
            <a:off x="361975" y="988550"/>
            <a:ext cx="42972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2200"/>
            </a:lvl1pPr>
            <a:lvl2pPr lvl="1">
              <a:lnSpc>
                <a:spcPct val="90000"/>
              </a:lnSpc>
              <a:spcBef>
                <a:spcPts val="0"/>
              </a:spcBef>
              <a:spcAft>
                <a:spcPts val="0"/>
              </a:spcAft>
              <a:buNone/>
              <a:defRPr sz="2200"/>
            </a:lvl2pPr>
            <a:lvl3pPr lvl="2">
              <a:lnSpc>
                <a:spcPct val="90000"/>
              </a:lnSpc>
              <a:spcBef>
                <a:spcPts val="0"/>
              </a:spcBef>
              <a:spcAft>
                <a:spcPts val="0"/>
              </a:spcAft>
              <a:buNone/>
              <a:defRPr sz="2200"/>
            </a:lvl3pPr>
            <a:lvl4pPr lvl="3">
              <a:lnSpc>
                <a:spcPct val="90000"/>
              </a:lnSpc>
              <a:spcBef>
                <a:spcPts val="0"/>
              </a:spcBef>
              <a:spcAft>
                <a:spcPts val="0"/>
              </a:spcAft>
              <a:buNone/>
              <a:defRPr sz="2200"/>
            </a:lvl4pPr>
            <a:lvl5pPr lvl="4">
              <a:lnSpc>
                <a:spcPct val="90000"/>
              </a:lnSpc>
              <a:spcBef>
                <a:spcPts val="0"/>
              </a:spcBef>
              <a:spcAft>
                <a:spcPts val="0"/>
              </a:spcAft>
              <a:buNone/>
              <a:defRPr sz="2200"/>
            </a:lvl5pPr>
            <a:lvl6pPr lvl="5">
              <a:lnSpc>
                <a:spcPct val="90000"/>
              </a:lnSpc>
              <a:spcBef>
                <a:spcPts val="0"/>
              </a:spcBef>
              <a:spcAft>
                <a:spcPts val="0"/>
              </a:spcAft>
              <a:buNone/>
              <a:defRPr sz="2200"/>
            </a:lvl6pPr>
            <a:lvl7pPr lvl="6">
              <a:lnSpc>
                <a:spcPct val="90000"/>
              </a:lnSpc>
              <a:spcBef>
                <a:spcPts val="0"/>
              </a:spcBef>
              <a:spcAft>
                <a:spcPts val="0"/>
              </a:spcAft>
              <a:buNone/>
              <a:defRPr sz="2200"/>
            </a:lvl7pPr>
            <a:lvl8pPr lvl="7">
              <a:lnSpc>
                <a:spcPct val="90000"/>
              </a:lnSpc>
              <a:spcBef>
                <a:spcPts val="0"/>
              </a:spcBef>
              <a:spcAft>
                <a:spcPts val="0"/>
              </a:spcAft>
              <a:buNone/>
              <a:defRPr sz="2200"/>
            </a:lvl8pPr>
            <a:lvl9pPr lvl="8">
              <a:lnSpc>
                <a:spcPct val="90000"/>
              </a:lnSpc>
              <a:spcBef>
                <a:spcPts val="0"/>
              </a:spcBef>
              <a:spcAft>
                <a:spcPts val="0"/>
              </a:spcAft>
              <a:buNone/>
              <a:defRPr sz="2200"/>
            </a:lvl9pPr>
          </a:lstStyle>
          <a:p/>
        </p:txBody>
      </p:sp>
      <p:sp>
        <p:nvSpPr>
          <p:cNvPr id="305" name="Google Shape;305;p39"/>
          <p:cNvSpPr txBox="1"/>
          <p:nvPr>
            <p:ph idx="4"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6" name="Google Shape;306;p39"/>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07" name="Google Shape;307;p39"/>
          <p:cNvSpPr txBox="1"/>
          <p:nvPr>
            <p:ph idx="5"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8" name="Google Shape;308;p39"/>
          <p:cNvSpPr txBox="1"/>
          <p:nvPr>
            <p:ph idx="6" type="subTitle"/>
          </p:nvPr>
        </p:nvSpPr>
        <p:spPr>
          <a:xfrm>
            <a:off x="5785175" y="3335324"/>
            <a:ext cx="299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09" name="Google Shape;309;p39"/>
          <p:cNvSpPr txBox="1"/>
          <p:nvPr>
            <p:ph idx="7" type="subTitle"/>
          </p:nvPr>
        </p:nvSpPr>
        <p:spPr>
          <a:xfrm>
            <a:off x="742900" y="3910855"/>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0" name="Google Shape;310;p39"/>
          <p:cNvSpPr txBox="1"/>
          <p:nvPr>
            <p:ph idx="8" type="body"/>
          </p:nvPr>
        </p:nvSpPr>
        <p:spPr>
          <a:xfrm>
            <a:off x="742900" y="4134180"/>
            <a:ext cx="3213000" cy="461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1" name="Google Shape;311;p39"/>
          <p:cNvSpPr txBox="1"/>
          <p:nvPr>
            <p:ph idx="9" type="subTitle"/>
          </p:nvPr>
        </p:nvSpPr>
        <p:spPr>
          <a:xfrm>
            <a:off x="742900" y="3050778"/>
            <a:ext cx="3213000" cy="138600"/>
          </a:xfrm>
          <a:prstGeom prst="rect">
            <a:avLst/>
          </a:prstGeom>
          <a:noFill/>
        </p:spPr>
        <p:txBody>
          <a:bodyPr anchorCtr="0" anchor="t" bIns="0" lIns="0" spcFirstLastPara="1" rIns="0" wrap="square" tIns="0">
            <a:noAutofit/>
          </a:bodyPr>
          <a:lstStyle>
            <a:lvl1pPr lvl="0">
              <a:spcBef>
                <a:spcPts val="0"/>
              </a:spcBef>
              <a:spcAft>
                <a:spcPts val="0"/>
              </a:spcAft>
              <a:buSzPts val="1000"/>
              <a:buFont typeface="DM Sans SemiBold"/>
              <a:buNone/>
              <a:defRPr sz="1000">
                <a:latin typeface="DM Sans SemiBold"/>
                <a:ea typeface="DM Sans SemiBold"/>
                <a:cs typeface="DM Sans SemiBold"/>
                <a:sym typeface="DM Sans SemiBold"/>
              </a:defRPr>
            </a:lvl1pPr>
            <a:lvl2pPr lvl="1">
              <a:spcBef>
                <a:spcPts val="0"/>
              </a:spcBef>
              <a:spcAft>
                <a:spcPts val="0"/>
              </a:spcAft>
              <a:buSzPts val="1400"/>
              <a:buFont typeface="DM Sans SemiBold"/>
              <a:buNone/>
              <a:defRPr>
                <a:latin typeface="DM Sans SemiBold"/>
                <a:ea typeface="DM Sans SemiBold"/>
                <a:cs typeface="DM Sans SemiBold"/>
                <a:sym typeface="DM Sans SemiBold"/>
              </a:defRPr>
            </a:lvl2pPr>
            <a:lvl3pPr lvl="2">
              <a:spcBef>
                <a:spcPts val="0"/>
              </a:spcBef>
              <a:spcAft>
                <a:spcPts val="0"/>
              </a:spcAft>
              <a:buSzPts val="1400"/>
              <a:buFont typeface="DM Sans SemiBold"/>
              <a:buNone/>
              <a:defRPr>
                <a:latin typeface="DM Sans SemiBold"/>
                <a:ea typeface="DM Sans SemiBold"/>
                <a:cs typeface="DM Sans SemiBold"/>
                <a:sym typeface="DM Sans SemiBold"/>
              </a:defRPr>
            </a:lvl3pPr>
            <a:lvl4pPr lvl="3">
              <a:spcBef>
                <a:spcPts val="0"/>
              </a:spcBef>
              <a:spcAft>
                <a:spcPts val="0"/>
              </a:spcAft>
              <a:buSzPts val="1400"/>
              <a:buFont typeface="DM Sans SemiBold"/>
              <a:buNone/>
              <a:defRPr>
                <a:latin typeface="DM Sans SemiBold"/>
                <a:ea typeface="DM Sans SemiBold"/>
                <a:cs typeface="DM Sans SemiBold"/>
                <a:sym typeface="DM Sans SemiBold"/>
              </a:defRPr>
            </a:lvl4pPr>
            <a:lvl5pPr lvl="4">
              <a:spcBef>
                <a:spcPts val="0"/>
              </a:spcBef>
              <a:spcAft>
                <a:spcPts val="0"/>
              </a:spcAft>
              <a:buSzPts val="1400"/>
              <a:buFont typeface="DM Sans SemiBold"/>
              <a:buNone/>
              <a:defRPr>
                <a:latin typeface="DM Sans SemiBold"/>
                <a:ea typeface="DM Sans SemiBold"/>
                <a:cs typeface="DM Sans SemiBold"/>
                <a:sym typeface="DM Sans SemiBold"/>
              </a:defRPr>
            </a:lvl5pPr>
            <a:lvl6pPr lvl="5">
              <a:spcBef>
                <a:spcPts val="0"/>
              </a:spcBef>
              <a:spcAft>
                <a:spcPts val="0"/>
              </a:spcAft>
              <a:buSzPts val="1400"/>
              <a:buFont typeface="DM Sans SemiBold"/>
              <a:buNone/>
              <a:defRPr>
                <a:latin typeface="DM Sans SemiBold"/>
                <a:ea typeface="DM Sans SemiBold"/>
                <a:cs typeface="DM Sans SemiBold"/>
                <a:sym typeface="DM Sans SemiBold"/>
              </a:defRPr>
            </a:lvl6pPr>
            <a:lvl7pPr lvl="6">
              <a:spcBef>
                <a:spcPts val="0"/>
              </a:spcBef>
              <a:spcAft>
                <a:spcPts val="0"/>
              </a:spcAft>
              <a:buSzPts val="1400"/>
              <a:buFont typeface="DM Sans SemiBold"/>
              <a:buNone/>
              <a:defRPr>
                <a:latin typeface="DM Sans SemiBold"/>
                <a:ea typeface="DM Sans SemiBold"/>
                <a:cs typeface="DM Sans SemiBold"/>
                <a:sym typeface="DM Sans SemiBold"/>
              </a:defRPr>
            </a:lvl7pPr>
            <a:lvl8pPr lvl="7">
              <a:spcBef>
                <a:spcPts val="0"/>
              </a:spcBef>
              <a:spcAft>
                <a:spcPts val="0"/>
              </a:spcAft>
              <a:buSzPts val="1400"/>
              <a:buFont typeface="DM Sans SemiBold"/>
              <a:buNone/>
              <a:defRPr>
                <a:latin typeface="DM Sans SemiBold"/>
                <a:ea typeface="DM Sans SemiBold"/>
                <a:cs typeface="DM Sans SemiBold"/>
                <a:sym typeface="DM Sans SemiBold"/>
              </a:defRPr>
            </a:lvl8pPr>
            <a:lvl9pPr lvl="8">
              <a:spcBef>
                <a:spcPts val="0"/>
              </a:spcBef>
              <a:spcAft>
                <a:spcPts val="0"/>
              </a:spcAft>
              <a:buSzPts val="1400"/>
              <a:buFont typeface="DM Sans SemiBold"/>
              <a:buNone/>
              <a:defRPr>
                <a:latin typeface="DM Sans SemiBold"/>
                <a:ea typeface="DM Sans SemiBold"/>
                <a:cs typeface="DM Sans SemiBold"/>
                <a:sym typeface="DM Sans SemiBold"/>
              </a:defRPr>
            </a:lvl9pPr>
          </a:lstStyle>
          <a:p/>
        </p:txBody>
      </p:sp>
      <p:sp>
        <p:nvSpPr>
          <p:cNvPr id="312" name="Google Shape;312;p39"/>
          <p:cNvSpPr txBox="1"/>
          <p:nvPr>
            <p:ph idx="13" type="body"/>
          </p:nvPr>
        </p:nvSpPr>
        <p:spPr>
          <a:xfrm>
            <a:off x="742900" y="3274103"/>
            <a:ext cx="3213000" cy="461700"/>
          </a:xfrm>
          <a:prstGeom prst="rect">
            <a:avLst/>
          </a:prstGeom>
          <a:noFill/>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13" name="Google Shape;313;p39"/>
          <p:cNvSpPr txBox="1"/>
          <p:nvPr>
            <p:ph idx="14" type="body"/>
          </p:nvPr>
        </p:nvSpPr>
        <p:spPr>
          <a:xfrm>
            <a:off x="5785175" y="4134175"/>
            <a:ext cx="2991600" cy="461700"/>
          </a:xfrm>
          <a:prstGeom prst="rect">
            <a:avLst/>
          </a:prstGeom>
        </p:spPr>
        <p:txBody>
          <a:bodyPr anchorCtr="0" anchor="b" bIns="0" lIns="0" spcFirstLastPara="1" rIns="0" wrap="square" tIns="0">
            <a:noAutofit/>
          </a:bodyPr>
          <a:lstStyle>
            <a:lvl1pPr indent="-292100" lvl="0" marL="457200">
              <a:spcBef>
                <a:spcPts val="0"/>
              </a:spcBef>
              <a:spcAft>
                <a:spcPts val="0"/>
              </a:spcAft>
              <a:buSzPts val="1000"/>
              <a:buFont typeface="DM Sans Light"/>
              <a:buChar char="●"/>
              <a:defRPr sz="1000">
                <a:latin typeface="DM Sans Light"/>
                <a:ea typeface="DM Sans Light"/>
                <a:cs typeface="DM Sans Light"/>
                <a:sym typeface="DM Sans Light"/>
              </a:defRPr>
            </a:lvl1pPr>
            <a:lvl2pPr indent="-292100" lvl="1" marL="914400">
              <a:spcBef>
                <a:spcPts val="800"/>
              </a:spcBef>
              <a:spcAft>
                <a:spcPts val="0"/>
              </a:spcAft>
              <a:buSzPts val="1000"/>
              <a:buFont typeface="DM Sans Light"/>
              <a:buChar char="○"/>
              <a:defRPr sz="1000">
                <a:latin typeface="DM Sans Light"/>
                <a:ea typeface="DM Sans Light"/>
                <a:cs typeface="DM Sans Light"/>
                <a:sym typeface="DM Sans Light"/>
              </a:defRPr>
            </a:lvl2pPr>
            <a:lvl3pPr indent="-292100" lvl="2" marL="1371600">
              <a:spcBef>
                <a:spcPts val="800"/>
              </a:spcBef>
              <a:spcAft>
                <a:spcPts val="0"/>
              </a:spcAft>
              <a:buSzPts val="1000"/>
              <a:buFont typeface="DM Sans Light"/>
              <a:buChar char="■"/>
              <a:defRPr sz="1000">
                <a:latin typeface="DM Sans Light"/>
                <a:ea typeface="DM Sans Light"/>
                <a:cs typeface="DM Sans Light"/>
                <a:sym typeface="DM Sans Light"/>
              </a:defRPr>
            </a:lvl3pPr>
            <a:lvl4pPr indent="-292100" lvl="3" marL="1828800">
              <a:spcBef>
                <a:spcPts val="800"/>
              </a:spcBef>
              <a:spcAft>
                <a:spcPts val="0"/>
              </a:spcAft>
              <a:buSzPts val="1000"/>
              <a:buFont typeface="DM Sans Light"/>
              <a:buChar char="●"/>
              <a:defRPr sz="1000">
                <a:latin typeface="DM Sans Light"/>
                <a:ea typeface="DM Sans Light"/>
                <a:cs typeface="DM Sans Light"/>
                <a:sym typeface="DM Sans Light"/>
              </a:defRPr>
            </a:lvl4pPr>
            <a:lvl5pPr indent="-292100" lvl="4" marL="2286000">
              <a:spcBef>
                <a:spcPts val="800"/>
              </a:spcBef>
              <a:spcAft>
                <a:spcPts val="0"/>
              </a:spcAft>
              <a:buSzPts val="1000"/>
              <a:buFont typeface="DM Sans Light"/>
              <a:buChar char="○"/>
              <a:defRPr sz="1000">
                <a:latin typeface="DM Sans Light"/>
                <a:ea typeface="DM Sans Light"/>
                <a:cs typeface="DM Sans Light"/>
                <a:sym typeface="DM Sans Light"/>
              </a:defRPr>
            </a:lvl5pPr>
            <a:lvl6pPr indent="-292100" lvl="5" marL="2743200">
              <a:spcBef>
                <a:spcPts val="800"/>
              </a:spcBef>
              <a:spcAft>
                <a:spcPts val="0"/>
              </a:spcAft>
              <a:buSzPts val="1000"/>
              <a:buFont typeface="DM Sans Light"/>
              <a:buChar char="■"/>
              <a:defRPr sz="1000">
                <a:latin typeface="DM Sans Light"/>
                <a:ea typeface="DM Sans Light"/>
                <a:cs typeface="DM Sans Light"/>
                <a:sym typeface="DM Sans Light"/>
              </a:defRPr>
            </a:lvl6pPr>
            <a:lvl7pPr indent="-292100" lvl="6" marL="3200400">
              <a:spcBef>
                <a:spcPts val="800"/>
              </a:spcBef>
              <a:spcAft>
                <a:spcPts val="0"/>
              </a:spcAft>
              <a:buSzPts val="1000"/>
              <a:buFont typeface="DM Sans Light"/>
              <a:buChar char="●"/>
              <a:defRPr sz="1000">
                <a:latin typeface="DM Sans Light"/>
                <a:ea typeface="DM Sans Light"/>
                <a:cs typeface="DM Sans Light"/>
                <a:sym typeface="DM Sans Light"/>
              </a:defRPr>
            </a:lvl7pPr>
            <a:lvl8pPr indent="-292100" lvl="7" marL="3657600">
              <a:spcBef>
                <a:spcPts val="800"/>
              </a:spcBef>
              <a:spcAft>
                <a:spcPts val="0"/>
              </a:spcAft>
              <a:buSzPts val="1000"/>
              <a:buFont typeface="DM Sans Light"/>
              <a:buChar char="○"/>
              <a:defRPr sz="1000">
                <a:latin typeface="DM Sans Light"/>
                <a:ea typeface="DM Sans Light"/>
                <a:cs typeface="DM Sans Light"/>
                <a:sym typeface="DM Sans Light"/>
              </a:defRPr>
            </a:lvl8pPr>
            <a:lvl9pPr indent="-292100" lvl="8" marL="4114800">
              <a:spcBef>
                <a:spcPts val="800"/>
              </a:spcBef>
              <a:spcAft>
                <a:spcPts val="800"/>
              </a:spcAft>
              <a:buSzPts val="1000"/>
              <a:buFont typeface="DM Sans Light"/>
              <a:buChar char="■"/>
              <a:defRPr sz="1000">
                <a:latin typeface="DM Sans Light"/>
                <a:ea typeface="DM Sans Light"/>
                <a:cs typeface="DM Sans Light"/>
                <a:sym typeface="DM Sans Light"/>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udience - Alt 2">
  <p:cSld name="CUSTOM_4_1">
    <p:spTree>
      <p:nvGrpSpPr>
        <p:cNvPr id="314" name="Shape 314"/>
        <p:cNvGrpSpPr/>
        <p:nvPr/>
      </p:nvGrpSpPr>
      <p:grpSpPr>
        <a:xfrm>
          <a:off x="0" y="0"/>
          <a:ext cx="0" cy="0"/>
          <a:chOff x="0" y="0"/>
          <a:chExt cx="0" cy="0"/>
        </a:xfrm>
      </p:grpSpPr>
      <p:sp>
        <p:nvSpPr>
          <p:cNvPr id="315" name="Google Shape;315;p40"/>
          <p:cNvSpPr/>
          <p:nvPr>
            <p:ph idx="2" type="pic"/>
          </p:nvPr>
        </p:nvSpPr>
        <p:spPr>
          <a:xfrm>
            <a:off x="75" y="0"/>
            <a:ext cx="2853300" cy="2436600"/>
          </a:xfrm>
          <a:prstGeom prst="rect">
            <a:avLst/>
          </a:prstGeom>
          <a:noFill/>
          <a:ln>
            <a:noFill/>
          </a:ln>
        </p:spPr>
      </p:sp>
      <p:sp>
        <p:nvSpPr>
          <p:cNvPr id="316" name="Google Shape;316;p40"/>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17" name="Google Shape;317;p40"/>
          <p:cNvSpPr txBox="1"/>
          <p:nvPr>
            <p:ph idx="1" type="subTitle"/>
          </p:nvPr>
        </p:nvSpPr>
        <p:spPr>
          <a:xfrm>
            <a:off x="361975" y="2614325"/>
            <a:ext cx="2061600" cy="277200"/>
          </a:xfrm>
          <a:prstGeom prst="rect">
            <a:avLst/>
          </a:prstGeom>
        </p:spPr>
        <p:txBody>
          <a:bodyPr anchorCtr="0" anchor="t" bIns="0" lIns="0" spcFirstLastPara="1" rIns="0" wrap="square" tIns="0">
            <a:sp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Four members">
  <p:cSld name="CUSTOM_5">
    <p:bg>
      <p:bgPr>
        <a:solidFill>
          <a:schemeClr val="lt1"/>
        </a:solidFill>
      </p:bgPr>
    </p:bg>
    <p:spTree>
      <p:nvGrpSpPr>
        <p:cNvPr id="318" name="Shape 318"/>
        <p:cNvGrpSpPr/>
        <p:nvPr/>
      </p:nvGrpSpPr>
      <p:grpSpPr>
        <a:xfrm>
          <a:off x="0" y="0"/>
          <a:ext cx="0" cy="0"/>
          <a:chOff x="0" y="0"/>
          <a:chExt cx="0" cy="0"/>
        </a:xfrm>
      </p:grpSpPr>
      <p:sp>
        <p:nvSpPr>
          <p:cNvPr id="319" name="Google Shape;319;p41"/>
          <p:cNvSpPr txBox="1"/>
          <p:nvPr>
            <p:ph idx="1" type="body"/>
          </p:nvPr>
        </p:nvSpPr>
        <p:spPr>
          <a:xfrm>
            <a:off x="3528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0" name="Google Shape;320;p41"/>
          <p:cNvSpPr txBox="1"/>
          <p:nvPr>
            <p:ph idx="2" type="body"/>
          </p:nvPr>
        </p:nvSpPr>
        <p:spPr>
          <a:xfrm>
            <a:off x="7187875"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1" name="Google Shape;321;p41"/>
          <p:cNvSpPr txBox="1"/>
          <p:nvPr>
            <p:ph idx="3" type="body"/>
          </p:nvPr>
        </p:nvSpPr>
        <p:spPr>
          <a:xfrm>
            <a:off x="4924400"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2" name="Google Shape;322;p41"/>
          <p:cNvSpPr txBox="1"/>
          <p:nvPr>
            <p:ph idx="4" type="body"/>
          </p:nvPr>
        </p:nvSpPr>
        <p:spPr>
          <a:xfrm>
            <a:off x="2643063" y="3754932"/>
            <a:ext cx="1588800" cy="688200"/>
          </a:xfrm>
          <a:prstGeom prst="rect">
            <a:avLst/>
          </a:prstGeom>
        </p:spPr>
        <p:txBody>
          <a:bodyPr anchorCtr="0" anchor="t" bIns="0" lIns="0" spcFirstLastPara="1" rIns="0" wrap="square" tIns="0">
            <a:noAutofit/>
          </a:bodyPr>
          <a:lstStyle>
            <a:lvl1pPr indent="-285750" lvl="0" marL="457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1pPr>
            <a:lvl2pPr indent="-285750" lvl="1" marL="914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2pPr>
            <a:lvl3pPr indent="-285750" lvl="2" marL="1371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3pPr>
            <a:lvl4pPr indent="-285750" lvl="3" marL="1828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4pPr>
            <a:lvl5pPr indent="-285750" lvl="4" marL="22860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5pPr>
            <a:lvl6pPr indent="-285750" lvl="5" marL="27432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6pPr>
            <a:lvl7pPr indent="-285750" lvl="6" marL="32004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7pPr>
            <a:lvl8pPr indent="-285750" lvl="7" marL="36576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8pPr>
            <a:lvl9pPr indent="-285750" lvl="8" marL="4114800" algn="ctr">
              <a:spcBef>
                <a:spcPts val="0"/>
              </a:spcBef>
              <a:spcAft>
                <a:spcPts val="0"/>
              </a:spcAft>
              <a:buClr>
                <a:schemeClr val="dk1"/>
              </a:buClr>
              <a:buSzPts val="900"/>
              <a:buFont typeface="DM Sans Light"/>
              <a:buChar char="■"/>
              <a:defRPr sz="900">
                <a:solidFill>
                  <a:schemeClr val="dk1"/>
                </a:solidFill>
                <a:latin typeface="DM Sans Light"/>
                <a:ea typeface="DM Sans Light"/>
                <a:cs typeface="DM Sans Light"/>
                <a:sym typeface="DM Sans Light"/>
              </a:defRPr>
            </a:lvl9pPr>
          </a:lstStyle>
          <a:p/>
        </p:txBody>
      </p:sp>
      <p:sp>
        <p:nvSpPr>
          <p:cNvPr id="323" name="Google Shape;323;p41"/>
          <p:cNvSpPr/>
          <p:nvPr>
            <p:ph idx="5" type="pic"/>
          </p:nvPr>
        </p:nvSpPr>
        <p:spPr>
          <a:xfrm>
            <a:off x="2941550" y="1923334"/>
            <a:ext cx="991800" cy="991800"/>
          </a:xfrm>
          <a:prstGeom prst="rect">
            <a:avLst/>
          </a:prstGeom>
          <a:noFill/>
          <a:ln>
            <a:noFill/>
          </a:ln>
        </p:spPr>
      </p:sp>
      <p:sp>
        <p:nvSpPr>
          <p:cNvPr id="324" name="Google Shape;324;p41"/>
          <p:cNvSpPr/>
          <p:nvPr>
            <p:ph idx="6" type="pic"/>
          </p:nvPr>
        </p:nvSpPr>
        <p:spPr>
          <a:xfrm>
            <a:off x="5227063" y="1923334"/>
            <a:ext cx="991800" cy="991800"/>
          </a:xfrm>
          <a:prstGeom prst="rect">
            <a:avLst/>
          </a:prstGeom>
          <a:noFill/>
          <a:ln>
            <a:noFill/>
          </a:ln>
        </p:spPr>
      </p:sp>
      <p:sp>
        <p:nvSpPr>
          <p:cNvPr id="325" name="Google Shape;325;p41"/>
          <p:cNvSpPr/>
          <p:nvPr>
            <p:ph idx="7" type="pic"/>
          </p:nvPr>
        </p:nvSpPr>
        <p:spPr>
          <a:xfrm>
            <a:off x="7495263" y="1923334"/>
            <a:ext cx="991800" cy="991800"/>
          </a:xfrm>
          <a:prstGeom prst="rect">
            <a:avLst/>
          </a:prstGeom>
          <a:noFill/>
          <a:ln>
            <a:noFill/>
          </a:ln>
        </p:spPr>
      </p:sp>
      <p:cxnSp>
        <p:nvCxnSpPr>
          <p:cNvPr id="326" name="Google Shape;326;p41"/>
          <p:cNvCxnSpPr/>
          <p:nvPr/>
        </p:nvCxnSpPr>
        <p:spPr>
          <a:xfrm>
            <a:off x="22861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7" name="Google Shape;327;p41"/>
          <p:cNvCxnSpPr/>
          <p:nvPr/>
        </p:nvCxnSpPr>
        <p:spPr>
          <a:xfrm>
            <a:off x="4580525" y="1801500"/>
            <a:ext cx="0" cy="3342000"/>
          </a:xfrm>
          <a:prstGeom prst="straightConnector1">
            <a:avLst/>
          </a:prstGeom>
          <a:noFill/>
          <a:ln cap="flat" cmpd="sng" w="19050">
            <a:solidFill>
              <a:schemeClr val="lt1"/>
            </a:solidFill>
            <a:prstDash val="solid"/>
            <a:round/>
            <a:headEnd len="med" w="med" type="none"/>
            <a:tailEnd len="med" w="med" type="none"/>
          </a:ln>
        </p:spPr>
      </p:cxnSp>
      <p:cxnSp>
        <p:nvCxnSpPr>
          <p:cNvPr id="328" name="Google Shape;328;p41"/>
          <p:cNvCxnSpPr/>
          <p:nvPr/>
        </p:nvCxnSpPr>
        <p:spPr>
          <a:xfrm>
            <a:off x="6857075" y="1801500"/>
            <a:ext cx="0" cy="3342000"/>
          </a:xfrm>
          <a:prstGeom prst="straightConnector1">
            <a:avLst/>
          </a:prstGeom>
          <a:noFill/>
          <a:ln cap="flat" cmpd="sng" w="19050">
            <a:solidFill>
              <a:schemeClr val="lt1"/>
            </a:solidFill>
            <a:prstDash val="solid"/>
            <a:round/>
            <a:headEnd len="med" w="med" type="none"/>
            <a:tailEnd len="med" w="med" type="none"/>
          </a:ln>
        </p:spPr>
      </p:cxnSp>
      <p:sp>
        <p:nvSpPr>
          <p:cNvPr id="329" name="Google Shape;329;p41"/>
          <p:cNvSpPr/>
          <p:nvPr>
            <p:ph idx="8" type="pic"/>
          </p:nvPr>
        </p:nvSpPr>
        <p:spPr>
          <a:xfrm>
            <a:off x="651288" y="1923334"/>
            <a:ext cx="991800" cy="991800"/>
          </a:xfrm>
          <a:prstGeom prst="rect">
            <a:avLst/>
          </a:prstGeom>
          <a:noFill/>
          <a:ln>
            <a:noFill/>
          </a:ln>
        </p:spPr>
      </p:sp>
      <p:sp>
        <p:nvSpPr>
          <p:cNvPr id="330" name="Google Shape;330;p41"/>
          <p:cNvSpPr txBox="1"/>
          <p:nvPr>
            <p:ph type="title"/>
          </p:nvPr>
        </p:nvSpPr>
        <p:spPr>
          <a:xfrm>
            <a:off x="361975" y="962092"/>
            <a:ext cx="57186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solidFill>
                  <a:schemeClr val="dk1"/>
                </a:solidFill>
              </a:defRPr>
            </a:lvl1pPr>
            <a:lvl2pPr lvl="1">
              <a:lnSpc>
                <a:spcPct val="90000"/>
              </a:lnSpc>
              <a:spcBef>
                <a:spcPts val="0"/>
              </a:spcBef>
              <a:spcAft>
                <a:spcPts val="0"/>
              </a:spcAft>
              <a:buNone/>
              <a:defRPr sz="3600">
                <a:solidFill>
                  <a:schemeClr val="dk1"/>
                </a:solidFill>
              </a:defRPr>
            </a:lvl2pPr>
            <a:lvl3pPr lvl="2">
              <a:lnSpc>
                <a:spcPct val="90000"/>
              </a:lnSpc>
              <a:spcBef>
                <a:spcPts val="0"/>
              </a:spcBef>
              <a:spcAft>
                <a:spcPts val="0"/>
              </a:spcAft>
              <a:buNone/>
              <a:defRPr sz="3600">
                <a:solidFill>
                  <a:schemeClr val="dk1"/>
                </a:solidFill>
              </a:defRPr>
            </a:lvl3pPr>
            <a:lvl4pPr lvl="3">
              <a:lnSpc>
                <a:spcPct val="90000"/>
              </a:lnSpc>
              <a:spcBef>
                <a:spcPts val="0"/>
              </a:spcBef>
              <a:spcAft>
                <a:spcPts val="0"/>
              </a:spcAft>
              <a:buNone/>
              <a:defRPr sz="3600">
                <a:solidFill>
                  <a:schemeClr val="dk1"/>
                </a:solidFill>
              </a:defRPr>
            </a:lvl4pPr>
            <a:lvl5pPr lvl="4">
              <a:lnSpc>
                <a:spcPct val="90000"/>
              </a:lnSpc>
              <a:spcBef>
                <a:spcPts val="0"/>
              </a:spcBef>
              <a:spcAft>
                <a:spcPts val="0"/>
              </a:spcAft>
              <a:buNone/>
              <a:defRPr sz="3600">
                <a:solidFill>
                  <a:schemeClr val="dk1"/>
                </a:solidFill>
              </a:defRPr>
            </a:lvl5pPr>
            <a:lvl6pPr lvl="5">
              <a:lnSpc>
                <a:spcPct val="90000"/>
              </a:lnSpc>
              <a:spcBef>
                <a:spcPts val="0"/>
              </a:spcBef>
              <a:spcAft>
                <a:spcPts val="0"/>
              </a:spcAft>
              <a:buNone/>
              <a:defRPr sz="3600">
                <a:solidFill>
                  <a:schemeClr val="dk1"/>
                </a:solidFill>
              </a:defRPr>
            </a:lvl6pPr>
            <a:lvl7pPr lvl="6">
              <a:lnSpc>
                <a:spcPct val="90000"/>
              </a:lnSpc>
              <a:spcBef>
                <a:spcPts val="0"/>
              </a:spcBef>
              <a:spcAft>
                <a:spcPts val="0"/>
              </a:spcAft>
              <a:buNone/>
              <a:defRPr sz="3600">
                <a:solidFill>
                  <a:schemeClr val="dk1"/>
                </a:solidFill>
              </a:defRPr>
            </a:lvl7pPr>
            <a:lvl8pPr lvl="7">
              <a:lnSpc>
                <a:spcPct val="90000"/>
              </a:lnSpc>
              <a:spcBef>
                <a:spcPts val="0"/>
              </a:spcBef>
              <a:spcAft>
                <a:spcPts val="0"/>
              </a:spcAft>
              <a:buNone/>
              <a:defRPr sz="3600">
                <a:solidFill>
                  <a:schemeClr val="dk1"/>
                </a:solidFill>
              </a:defRPr>
            </a:lvl8pPr>
            <a:lvl9pPr lvl="8">
              <a:lnSpc>
                <a:spcPct val="90000"/>
              </a:lnSpc>
              <a:spcBef>
                <a:spcPts val="0"/>
              </a:spcBef>
              <a:spcAft>
                <a:spcPts val="0"/>
              </a:spcAft>
              <a:buNone/>
              <a:defRPr sz="3600">
                <a:solidFill>
                  <a:schemeClr val="dk1"/>
                </a:solidFill>
              </a:defRPr>
            </a:lvl9pPr>
          </a:lstStyle>
          <a:p/>
        </p:txBody>
      </p:sp>
      <p:sp>
        <p:nvSpPr>
          <p:cNvPr id="331" name="Google Shape;331;p41"/>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dk1"/>
                </a:solidFill>
                <a:latin typeface="DM Sans"/>
                <a:ea typeface="DM Sans"/>
                <a:cs typeface="DM Sans"/>
                <a:sym typeface="DM Sans"/>
              </a:defRPr>
            </a:lvl1pPr>
            <a:lvl2pPr lvl="1" algn="r">
              <a:buNone/>
              <a:defRPr sz="700">
                <a:solidFill>
                  <a:schemeClr val="dk1"/>
                </a:solidFill>
                <a:latin typeface="DM Sans"/>
                <a:ea typeface="DM Sans"/>
                <a:cs typeface="DM Sans"/>
                <a:sym typeface="DM Sans"/>
              </a:defRPr>
            </a:lvl2pPr>
            <a:lvl3pPr lvl="2" algn="r">
              <a:buNone/>
              <a:defRPr sz="700">
                <a:solidFill>
                  <a:schemeClr val="dk1"/>
                </a:solidFill>
                <a:latin typeface="DM Sans"/>
                <a:ea typeface="DM Sans"/>
                <a:cs typeface="DM Sans"/>
                <a:sym typeface="DM Sans"/>
              </a:defRPr>
            </a:lvl3pPr>
            <a:lvl4pPr lvl="3" algn="r">
              <a:buNone/>
              <a:defRPr sz="700">
                <a:solidFill>
                  <a:schemeClr val="dk1"/>
                </a:solidFill>
                <a:latin typeface="DM Sans"/>
                <a:ea typeface="DM Sans"/>
                <a:cs typeface="DM Sans"/>
                <a:sym typeface="DM Sans"/>
              </a:defRPr>
            </a:lvl4pPr>
            <a:lvl5pPr lvl="4" algn="r">
              <a:buNone/>
              <a:defRPr sz="700">
                <a:solidFill>
                  <a:schemeClr val="dk1"/>
                </a:solidFill>
                <a:latin typeface="DM Sans"/>
                <a:ea typeface="DM Sans"/>
                <a:cs typeface="DM Sans"/>
                <a:sym typeface="DM Sans"/>
              </a:defRPr>
            </a:lvl5pPr>
            <a:lvl6pPr lvl="5" algn="r">
              <a:buNone/>
              <a:defRPr sz="700">
                <a:solidFill>
                  <a:schemeClr val="dk1"/>
                </a:solidFill>
                <a:latin typeface="DM Sans"/>
                <a:ea typeface="DM Sans"/>
                <a:cs typeface="DM Sans"/>
                <a:sym typeface="DM Sans"/>
              </a:defRPr>
            </a:lvl6pPr>
            <a:lvl7pPr lvl="6" algn="r">
              <a:buNone/>
              <a:defRPr sz="700">
                <a:solidFill>
                  <a:schemeClr val="dk1"/>
                </a:solidFill>
                <a:latin typeface="DM Sans"/>
                <a:ea typeface="DM Sans"/>
                <a:cs typeface="DM Sans"/>
                <a:sym typeface="DM Sans"/>
              </a:defRPr>
            </a:lvl7pPr>
            <a:lvl8pPr lvl="7" algn="r">
              <a:buNone/>
              <a:defRPr sz="700">
                <a:solidFill>
                  <a:schemeClr val="dk1"/>
                </a:solidFill>
                <a:latin typeface="DM Sans"/>
                <a:ea typeface="DM Sans"/>
                <a:cs typeface="DM Sans"/>
                <a:sym typeface="DM Sans"/>
              </a:defRPr>
            </a:lvl8pPr>
            <a:lvl9pPr lvl="8" algn="r">
              <a:buNone/>
              <a:defRPr sz="700">
                <a:solidFill>
                  <a:schemeClr val="dk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32" name="Google Shape;332;p41"/>
          <p:cNvSpPr txBox="1"/>
          <p:nvPr>
            <p:ph idx="9"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33" name="Google Shape;333;p41"/>
          <p:cNvSpPr txBox="1"/>
          <p:nvPr>
            <p:ph idx="13" type="subTitle"/>
          </p:nvPr>
        </p:nvSpPr>
        <p:spPr>
          <a:xfrm>
            <a:off x="3532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4" name="Google Shape;334;p41"/>
          <p:cNvSpPr txBox="1"/>
          <p:nvPr>
            <p:ph idx="14" type="subTitle"/>
          </p:nvPr>
        </p:nvSpPr>
        <p:spPr>
          <a:xfrm>
            <a:off x="3532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5" name="Google Shape;335;p41"/>
          <p:cNvSpPr txBox="1"/>
          <p:nvPr>
            <p:ph idx="15" type="subTitle"/>
          </p:nvPr>
        </p:nvSpPr>
        <p:spPr>
          <a:xfrm>
            <a:off x="3532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6" name="Google Shape;336;p41"/>
          <p:cNvSpPr txBox="1"/>
          <p:nvPr>
            <p:ph idx="16" type="subTitle"/>
          </p:nvPr>
        </p:nvSpPr>
        <p:spPr>
          <a:xfrm>
            <a:off x="7188325"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37" name="Google Shape;337;p41"/>
          <p:cNvSpPr txBox="1"/>
          <p:nvPr>
            <p:ph idx="17" type="subTitle"/>
          </p:nvPr>
        </p:nvSpPr>
        <p:spPr>
          <a:xfrm>
            <a:off x="7188325"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38" name="Google Shape;338;p41"/>
          <p:cNvSpPr txBox="1"/>
          <p:nvPr>
            <p:ph idx="18" type="subTitle"/>
          </p:nvPr>
        </p:nvSpPr>
        <p:spPr>
          <a:xfrm>
            <a:off x="7188325"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39" name="Google Shape;339;p41"/>
          <p:cNvSpPr txBox="1"/>
          <p:nvPr>
            <p:ph idx="19" type="subTitle"/>
          </p:nvPr>
        </p:nvSpPr>
        <p:spPr>
          <a:xfrm>
            <a:off x="4924850"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0" name="Google Shape;340;p41"/>
          <p:cNvSpPr txBox="1"/>
          <p:nvPr>
            <p:ph idx="20" type="subTitle"/>
          </p:nvPr>
        </p:nvSpPr>
        <p:spPr>
          <a:xfrm>
            <a:off x="4924850"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1" name="Google Shape;341;p41"/>
          <p:cNvSpPr txBox="1"/>
          <p:nvPr>
            <p:ph idx="21" type="subTitle"/>
          </p:nvPr>
        </p:nvSpPr>
        <p:spPr>
          <a:xfrm>
            <a:off x="4924850"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
        <p:nvSpPr>
          <p:cNvPr id="342" name="Google Shape;342;p41"/>
          <p:cNvSpPr txBox="1"/>
          <p:nvPr>
            <p:ph idx="22" type="subTitle"/>
          </p:nvPr>
        </p:nvSpPr>
        <p:spPr>
          <a:xfrm>
            <a:off x="2643513" y="3248209"/>
            <a:ext cx="1587900" cy="187800"/>
          </a:xfrm>
          <a:prstGeom prst="rect">
            <a:avLst/>
          </a:prstGeom>
        </p:spPr>
        <p:txBody>
          <a:bodyPr anchorCtr="0" anchor="t" bIns="0" lIns="0" spcFirstLastPara="1" rIns="0" wrap="square" tIns="0">
            <a:spAutoFit/>
          </a:bodyPr>
          <a:lstStyle>
            <a:lvl1pPr lvl="0" algn="ctr">
              <a:spcBef>
                <a:spcPts val="0"/>
              </a:spcBef>
              <a:spcAft>
                <a:spcPts val="0"/>
              </a:spcAft>
              <a:buClr>
                <a:schemeClr val="accent1"/>
              </a:buClr>
              <a:buSzPts val="1400"/>
              <a:buNone/>
              <a:defRPr>
                <a:solidFill>
                  <a:schemeClr val="accent1"/>
                </a:solidFill>
              </a:defRPr>
            </a:lvl1pPr>
            <a:lvl2pPr lvl="1" algn="ctr">
              <a:spcBef>
                <a:spcPts val="0"/>
              </a:spcBef>
              <a:spcAft>
                <a:spcPts val="0"/>
              </a:spcAft>
              <a:buClr>
                <a:schemeClr val="accent1"/>
              </a:buClr>
              <a:buSzPts val="1000"/>
              <a:buNone/>
              <a:defRPr sz="1000">
                <a:solidFill>
                  <a:schemeClr val="accent1"/>
                </a:solidFill>
              </a:defRPr>
            </a:lvl2pPr>
            <a:lvl3pPr lvl="2" algn="ctr">
              <a:spcBef>
                <a:spcPts val="0"/>
              </a:spcBef>
              <a:spcAft>
                <a:spcPts val="0"/>
              </a:spcAft>
              <a:buClr>
                <a:schemeClr val="accent1"/>
              </a:buClr>
              <a:buSzPts val="1000"/>
              <a:buNone/>
              <a:defRPr sz="1000">
                <a:solidFill>
                  <a:schemeClr val="accent1"/>
                </a:solidFill>
              </a:defRPr>
            </a:lvl3pPr>
            <a:lvl4pPr lvl="3" algn="ctr">
              <a:spcBef>
                <a:spcPts val="0"/>
              </a:spcBef>
              <a:spcAft>
                <a:spcPts val="0"/>
              </a:spcAft>
              <a:buClr>
                <a:schemeClr val="accent1"/>
              </a:buClr>
              <a:buSzPts val="1000"/>
              <a:buNone/>
              <a:defRPr sz="1000">
                <a:solidFill>
                  <a:schemeClr val="accent1"/>
                </a:solidFill>
              </a:defRPr>
            </a:lvl4pPr>
            <a:lvl5pPr lvl="4" algn="ctr">
              <a:spcBef>
                <a:spcPts val="0"/>
              </a:spcBef>
              <a:spcAft>
                <a:spcPts val="0"/>
              </a:spcAft>
              <a:buClr>
                <a:schemeClr val="accent1"/>
              </a:buClr>
              <a:buSzPts val="1000"/>
              <a:buNone/>
              <a:defRPr sz="1000">
                <a:solidFill>
                  <a:schemeClr val="accent1"/>
                </a:solidFill>
              </a:defRPr>
            </a:lvl5pPr>
            <a:lvl6pPr lvl="5" algn="ctr">
              <a:spcBef>
                <a:spcPts val="0"/>
              </a:spcBef>
              <a:spcAft>
                <a:spcPts val="0"/>
              </a:spcAft>
              <a:buClr>
                <a:schemeClr val="accent1"/>
              </a:buClr>
              <a:buSzPts val="1000"/>
              <a:buNone/>
              <a:defRPr sz="1000">
                <a:solidFill>
                  <a:schemeClr val="accent1"/>
                </a:solidFill>
              </a:defRPr>
            </a:lvl6pPr>
            <a:lvl7pPr lvl="6" algn="ctr">
              <a:spcBef>
                <a:spcPts val="0"/>
              </a:spcBef>
              <a:spcAft>
                <a:spcPts val="0"/>
              </a:spcAft>
              <a:buClr>
                <a:schemeClr val="accent1"/>
              </a:buClr>
              <a:buSzPts val="1000"/>
              <a:buNone/>
              <a:defRPr sz="1000">
                <a:solidFill>
                  <a:schemeClr val="accent1"/>
                </a:solidFill>
              </a:defRPr>
            </a:lvl7pPr>
            <a:lvl8pPr lvl="7" algn="ctr">
              <a:spcBef>
                <a:spcPts val="0"/>
              </a:spcBef>
              <a:spcAft>
                <a:spcPts val="0"/>
              </a:spcAft>
              <a:buClr>
                <a:schemeClr val="accent1"/>
              </a:buClr>
              <a:buSzPts val="1000"/>
              <a:buNone/>
              <a:defRPr sz="1000">
                <a:solidFill>
                  <a:schemeClr val="accent1"/>
                </a:solidFill>
              </a:defRPr>
            </a:lvl8pPr>
            <a:lvl9pPr lvl="8" algn="ctr">
              <a:spcBef>
                <a:spcPts val="0"/>
              </a:spcBef>
              <a:spcAft>
                <a:spcPts val="0"/>
              </a:spcAft>
              <a:buClr>
                <a:schemeClr val="accent1"/>
              </a:buClr>
              <a:buSzPts val="1000"/>
              <a:buNone/>
              <a:defRPr sz="1000">
                <a:solidFill>
                  <a:schemeClr val="accent1"/>
                </a:solidFill>
              </a:defRPr>
            </a:lvl9pPr>
          </a:lstStyle>
          <a:p/>
        </p:txBody>
      </p:sp>
      <p:sp>
        <p:nvSpPr>
          <p:cNvPr id="343" name="Google Shape;343;p41"/>
          <p:cNvSpPr txBox="1"/>
          <p:nvPr>
            <p:ph idx="23" type="subTitle"/>
          </p:nvPr>
        </p:nvSpPr>
        <p:spPr>
          <a:xfrm>
            <a:off x="2643513" y="3050375"/>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dk1"/>
              </a:buClr>
              <a:buSzPts val="800"/>
              <a:buNone/>
              <a:defRPr sz="800">
                <a:solidFill>
                  <a:schemeClr val="dk1"/>
                </a:solidFill>
              </a:defRPr>
            </a:lvl1pPr>
            <a:lvl2pPr lvl="1" algn="ctr">
              <a:spcBef>
                <a:spcPts val="0"/>
              </a:spcBef>
              <a:spcAft>
                <a:spcPts val="0"/>
              </a:spcAft>
              <a:buClr>
                <a:schemeClr val="dk1"/>
              </a:buClr>
              <a:buSzPts val="800"/>
              <a:buNone/>
              <a:defRPr sz="800">
                <a:solidFill>
                  <a:schemeClr val="dk1"/>
                </a:solidFill>
              </a:defRPr>
            </a:lvl2pPr>
            <a:lvl3pPr lvl="2" algn="ctr">
              <a:spcBef>
                <a:spcPts val="0"/>
              </a:spcBef>
              <a:spcAft>
                <a:spcPts val="0"/>
              </a:spcAft>
              <a:buClr>
                <a:schemeClr val="dk1"/>
              </a:buClr>
              <a:buSzPts val="800"/>
              <a:buNone/>
              <a:defRPr sz="800">
                <a:solidFill>
                  <a:schemeClr val="dk1"/>
                </a:solidFill>
              </a:defRPr>
            </a:lvl3pPr>
            <a:lvl4pPr lvl="3" algn="ctr">
              <a:spcBef>
                <a:spcPts val="0"/>
              </a:spcBef>
              <a:spcAft>
                <a:spcPts val="0"/>
              </a:spcAft>
              <a:buClr>
                <a:schemeClr val="dk1"/>
              </a:buClr>
              <a:buSzPts val="800"/>
              <a:buNone/>
              <a:defRPr sz="800">
                <a:solidFill>
                  <a:schemeClr val="dk1"/>
                </a:solidFill>
              </a:defRPr>
            </a:lvl4pPr>
            <a:lvl5pPr lvl="4" algn="ctr">
              <a:spcBef>
                <a:spcPts val="0"/>
              </a:spcBef>
              <a:spcAft>
                <a:spcPts val="0"/>
              </a:spcAft>
              <a:buClr>
                <a:schemeClr val="dk1"/>
              </a:buClr>
              <a:buSzPts val="800"/>
              <a:buNone/>
              <a:defRPr sz="800">
                <a:solidFill>
                  <a:schemeClr val="dk1"/>
                </a:solidFill>
              </a:defRPr>
            </a:lvl5pPr>
            <a:lvl6pPr lvl="5" algn="ctr">
              <a:spcBef>
                <a:spcPts val="0"/>
              </a:spcBef>
              <a:spcAft>
                <a:spcPts val="0"/>
              </a:spcAft>
              <a:buClr>
                <a:schemeClr val="dk1"/>
              </a:buClr>
              <a:buSzPts val="800"/>
              <a:buNone/>
              <a:defRPr sz="800">
                <a:solidFill>
                  <a:schemeClr val="dk1"/>
                </a:solidFill>
              </a:defRPr>
            </a:lvl6pPr>
            <a:lvl7pPr lvl="6" algn="ctr">
              <a:spcBef>
                <a:spcPts val="0"/>
              </a:spcBef>
              <a:spcAft>
                <a:spcPts val="0"/>
              </a:spcAft>
              <a:buClr>
                <a:schemeClr val="dk1"/>
              </a:buClr>
              <a:buSzPts val="800"/>
              <a:buNone/>
              <a:defRPr sz="800">
                <a:solidFill>
                  <a:schemeClr val="dk1"/>
                </a:solidFill>
              </a:defRPr>
            </a:lvl7pPr>
            <a:lvl8pPr lvl="7" algn="ctr">
              <a:spcBef>
                <a:spcPts val="0"/>
              </a:spcBef>
              <a:spcAft>
                <a:spcPts val="0"/>
              </a:spcAft>
              <a:buClr>
                <a:schemeClr val="dk1"/>
              </a:buClr>
              <a:buSzPts val="800"/>
              <a:buNone/>
              <a:defRPr sz="800">
                <a:solidFill>
                  <a:schemeClr val="dk1"/>
                </a:solidFill>
              </a:defRPr>
            </a:lvl8pPr>
            <a:lvl9pPr lvl="8" algn="ctr">
              <a:spcBef>
                <a:spcPts val="0"/>
              </a:spcBef>
              <a:spcAft>
                <a:spcPts val="0"/>
              </a:spcAft>
              <a:buClr>
                <a:schemeClr val="dk1"/>
              </a:buClr>
              <a:buSzPts val="800"/>
              <a:buNone/>
              <a:defRPr sz="800">
                <a:solidFill>
                  <a:schemeClr val="dk1"/>
                </a:solidFill>
              </a:defRPr>
            </a:lvl9pPr>
          </a:lstStyle>
          <a:p/>
        </p:txBody>
      </p:sp>
      <p:sp>
        <p:nvSpPr>
          <p:cNvPr id="344" name="Google Shape;344;p41"/>
          <p:cNvSpPr txBox="1"/>
          <p:nvPr>
            <p:ph idx="24" type="subTitle"/>
          </p:nvPr>
        </p:nvSpPr>
        <p:spPr>
          <a:xfrm>
            <a:off x="2643513" y="4598973"/>
            <a:ext cx="1587900" cy="219600"/>
          </a:xfrm>
          <a:prstGeom prst="rect">
            <a:avLst/>
          </a:prstGeom>
        </p:spPr>
        <p:txBody>
          <a:bodyPr anchorCtr="0" anchor="ctr" bIns="0" lIns="0" spcFirstLastPara="1" rIns="0" wrap="square" tIns="0">
            <a:noAutofit/>
          </a:bodyPr>
          <a:lstStyle>
            <a:lvl1pPr lvl="0" algn="ctr">
              <a:spcBef>
                <a:spcPts val="0"/>
              </a:spcBef>
              <a:spcAft>
                <a:spcPts val="0"/>
              </a:spcAft>
              <a:buClr>
                <a:schemeClr val="accent1"/>
              </a:buClr>
              <a:buSzPts val="900"/>
              <a:buFont typeface="DM Sans Light"/>
              <a:buNone/>
              <a:defRPr sz="900">
                <a:solidFill>
                  <a:schemeClr val="accent1"/>
                </a:solidFill>
                <a:latin typeface="DM Sans Light"/>
                <a:ea typeface="DM Sans Light"/>
                <a:cs typeface="DM Sans Light"/>
                <a:sym typeface="DM Sans Light"/>
              </a:defRPr>
            </a:lvl1pPr>
            <a:lvl2pPr lvl="1"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2pPr>
            <a:lvl3pPr lvl="2"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3pPr>
            <a:lvl4pPr lvl="3"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4pPr>
            <a:lvl5pPr lvl="4"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5pPr>
            <a:lvl6pPr lvl="5"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6pPr>
            <a:lvl7pPr lvl="6"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7pPr>
            <a:lvl8pPr lvl="7"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8pPr>
            <a:lvl9pPr lvl="8" algn="ctr">
              <a:spcBef>
                <a:spcPts val="0"/>
              </a:spcBef>
              <a:spcAft>
                <a:spcPts val="0"/>
              </a:spcAft>
              <a:buClr>
                <a:schemeClr val="dk1"/>
              </a:buClr>
              <a:buSzPts val="900"/>
              <a:buFont typeface="DM Sans Light"/>
              <a:buNone/>
              <a:defRPr sz="900">
                <a:solidFill>
                  <a:schemeClr val="dk1"/>
                </a:solidFill>
                <a:latin typeface="DM Sans Light"/>
                <a:ea typeface="DM Sans Light"/>
                <a:cs typeface="DM Sans Light"/>
                <a:sym typeface="DM Sans Light"/>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 Eight members">
  <p:cSld name="CUSTOM_6">
    <p:spTree>
      <p:nvGrpSpPr>
        <p:cNvPr id="345" name="Shape 345"/>
        <p:cNvGrpSpPr/>
        <p:nvPr/>
      </p:nvGrpSpPr>
      <p:grpSpPr>
        <a:xfrm>
          <a:off x="0" y="0"/>
          <a:ext cx="0" cy="0"/>
          <a:chOff x="0" y="0"/>
          <a:chExt cx="0" cy="0"/>
        </a:xfrm>
      </p:grpSpPr>
      <p:sp>
        <p:nvSpPr>
          <p:cNvPr id="346" name="Google Shape;346;p42"/>
          <p:cNvSpPr txBox="1"/>
          <p:nvPr>
            <p:ph idx="1" type="subTitle"/>
          </p:nvPr>
        </p:nvSpPr>
        <p:spPr>
          <a:xfrm>
            <a:off x="675060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47" name="Google Shape;347;p42"/>
          <p:cNvSpPr txBox="1"/>
          <p:nvPr>
            <p:ph idx="2" type="subTitle"/>
          </p:nvPr>
        </p:nvSpPr>
        <p:spPr>
          <a:xfrm>
            <a:off x="675060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48" name="Google Shape;348;p42"/>
          <p:cNvSpPr txBox="1"/>
          <p:nvPr>
            <p:ph idx="3" type="subTitle"/>
          </p:nvPr>
        </p:nvSpPr>
        <p:spPr>
          <a:xfrm>
            <a:off x="675060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49" name="Google Shape;349;p42"/>
          <p:cNvSpPr/>
          <p:nvPr>
            <p:ph idx="4" type="pic"/>
          </p:nvPr>
        </p:nvSpPr>
        <p:spPr>
          <a:xfrm>
            <a:off x="6080709" y="1066100"/>
            <a:ext cx="530400" cy="530400"/>
          </a:xfrm>
          <a:prstGeom prst="rect">
            <a:avLst/>
          </a:prstGeom>
          <a:noFill/>
          <a:ln>
            <a:noFill/>
          </a:ln>
        </p:spPr>
      </p:sp>
      <p:sp>
        <p:nvSpPr>
          <p:cNvPr id="350" name="Google Shape;350;p42"/>
          <p:cNvSpPr txBox="1"/>
          <p:nvPr>
            <p:ph idx="5" type="subTitle"/>
          </p:nvPr>
        </p:nvSpPr>
        <p:spPr>
          <a:xfrm>
            <a:off x="3824550" y="1283963"/>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1" name="Google Shape;351;p42"/>
          <p:cNvSpPr txBox="1"/>
          <p:nvPr>
            <p:ph idx="6" type="subTitle"/>
          </p:nvPr>
        </p:nvSpPr>
        <p:spPr>
          <a:xfrm>
            <a:off x="3824550" y="1054750"/>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2" name="Google Shape;352;p42"/>
          <p:cNvSpPr txBox="1"/>
          <p:nvPr>
            <p:ph idx="7" type="subTitle"/>
          </p:nvPr>
        </p:nvSpPr>
        <p:spPr>
          <a:xfrm>
            <a:off x="3824550" y="1427900"/>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3" name="Google Shape;353;p42"/>
          <p:cNvSpPr/>
          <p:nvPr>
            <p:ph idx="8" type="pic"/>
          </p:nvPr>
        </p:nvSpPr>
        <p:spPr>
          <a:xfrm>
            <a:off x="3154659" y="1066100"/>
            <a:ext cx="530400" cy="530400"/>
          </a:xfrm>
          <a:prstGeom prst="rect">
            <a:avLst/>
          </a:prstGeom>
          <a:noFill/>
          <a:ln>
            <a:noFill/>
          </a:ln>
        </p:spPr>
      </p:sp>
      <p:sp>
        <p:nvSpPr>
          <p:cNvPr id="354" name="Google Shape;354;p42"/>
          <p:cNvSpPr txBox="1"/>
          <p:nvPr>
            <p:ph idx="9" type="subTitle"/>
          </p:nvPr>
        </p:nvSpPr>
        <p:spPr>
          <a:xfrm>
            <a:off x="675060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5" name="Google Shape;355;p42"/>
          <p:cNvSpPr txBox="1"/>
          <p:nvPr>
            <p:ph idx="13" type="subTitle"/>
          </p:nvPr>
        </p:nvSpPr>
        <p:spPr>
          <a:xfrm>
            <a:off x="675060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56" name="Google Shape;356;p42"/>
          <p:cNvSpPr txBox="1"/>
          <p:nvPr>
            <p:ph idx="14" type="subTitle"/>
          </p:nvPr>
        </p:nvSpPr>
        <p:spPr>
          <a:xfrm>
            <a:off x="675060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57" name="Google Shape;357;p42"/>
          <p:cNvSpPr/>
          <p:nvPr>
            <p:ph idx="15" type="pic"/>
          </p:nvPr>
        </p:nvSpPr>
        <p:spPr>
          <a:xfrm>
            <a:off x="6080709" y="1975864"/>
            <a:ext cx="530400" cy="530400"/>
          </a:xfrm>
          <a:prstGeom prst="rect">
            <a:avLst/>
          </a:prstGeom>
          <a:noFill/>
          <a:ln>
            <a:noFill/>
          </a:ln>
        </p:spPr>
      </p:sp>
      <p:sp>
        <p:nvSpPr>
          <p:cNvPr id="358" name="Google Shape;358;p42"/>
          <p:cNvSpPr txBox="1"/>
          <p:nvPr>
            <p:ph idx="16" type="subTitle"/>
          </p:nvPr>
        </p:nvSpPr>
        <p:spPr>
          <a:xfrm>
            <a:off x="3824550" y="2193728"/>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59" name="Google Shape;359;p42"/>
          <p:cNvSpPr txBox="1"/>
          <p:nvPr>
            <p:ph idx="17" type="subTitle"/>
          </p:nvPr>
        </p:nvSpPr>
        <p:spPr>
          <a:xfrm>
            <a:off x="3824550" y="1964514"/>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0" name="Google Shape;360;p42"/>
          <p:cNvSpPr txBox="1"/>
          <p:nvPr>
            <p:ph idx="18" type="subTitle"/>
          </p:nvPr>
        </p:nvSpPr>
        <p:spPr>
          <a:xfrm>
            <a:off x="3824550" y="2337664"/>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1" name="Google Shape;361;p42"/>
          <p:cNvSpPr/>
          <p:nvPr>
            <p:ph idx="19" type="pic"/>
          </p:nvPr>
        </p:nvSpPr>
        <p:spPr>
          <a:xfrm>
            <a:off x="3154659" y="1975864"/>
            <a:ext cx="530400" cy="530400"/>
          </a:xfrm>
          <a:prstGeom prst="rect">
            <a:avLst/>
          </a:prstGeom>
          <a:noFill/>
          <a:ln>
            <a:noFill/>
          </a:ln>
        </p:spPr>
      </p:sp>
      <p:sp>
        <p:nvSpPr>
          <p:cNvPr id="362" name="Google Shape;362;p42"/>
          <p:cNvSpPr txBox="1"/>
          <p:nvPr>
            <p:ph idx="20" type="subTitle"/>
          </p:nvPr>
        </p:nvSpPr>
        <p:spPr>
          <a:xfrm>
            <a:off x="675060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3" name="Google Shape;363;p42"/>
          <p:cNvSpPr txBox="1"/>
          <p:nvPr>
            <p:ph idx="21" type="subTitle"/>
          </p:nvPr>
        </p:nvSpPr>
        <p:spPr>
          <a:xfrm>
            <a:off x="675060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4" name="Google Shape;364;p42"/>
          <p:cNvSpPr txBox="1"/>
          <p:nvPr>
            <p:ph idx="22" type="subTitle"/>
          </p:nvPr>
        </p:nvSpPr>
        <p:spPr>
          <a:xfrm>
            <a:off x="675060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5" name="Google Shape;365;p42"/>
          <p:cNvSpPr/>
          <p:nvPr>
            <p:ph idx="23" type="pic"/>
          </p:nvPr>
        </p:nvSpPr>
        <p:spPr>
          <a:xfrm>
            <a:off x="6080709" y="2883852"/>
            <a:ext cx="530400" cy="530400"/>
          </a:xfrm>
          <a:prstGeom prst="rect">
            <a:avLst/>
          </a:prstGeom>
          <a:noFill/>
          <a:ln>
            <a:noFill/>
          </a:ln>
        </p:spPr>
      </p:sp>
      <p:sp>
        <p:nvSpPr>
          <p:cNvPr id="366" name="Google Shape;366;p42"/>
          <p:cNvSpPr txBox="1"/>
          <p:nvPr>
            <p:ph idx="24" type="subTitle"/>
          </p:nvPr>
        </p:nvSpPr>
        <p:spPr>
          <a:xfrm>
            <a:off x="3824550" y="3101715"/>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67" name="Google Shape;367;p42"/>
          <p:cNvSpPr txBox="1"/>
          <p:nvPr>
            <p:ph idx="25" type="subTitle"/>
          </p:nvPr>
        </p:nvSpPr>
        <p:spPr>
          <a:xfrm>
            <a:off x="3824550" y="2872502"/>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68" name="Google Shape;368;p42"/>
          <p:cNvSpPr txBox="1"/>
          <p:nvPr>
            <p:ph idx="26" type="subTitle"/>
          </p:nvPr>
        </p:nvSpPr>
        <p:spPr>
          <a:xfrm>
            <a:off x="3824550" y="3245652"/>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69" name="Google Shape;369;p42"/>
          <p:cNvSpPr/>
          <p:nvPr>
            <p:ph idx="27" type="pic"/>
          </p:nvPr>
        </p:nvSpPr>
        <p:spPr>
          <a:xfrm>
            <a:off x="3154659" y="2883852"/>
            <a:ext cx="530400" cy="530400"/>
          </a:xfrm>
          <a:prstGeom prst="rect">
            <a:avLst/>
          </a:prstGeom>
          <a:noFill/>
          <a:ln>
            <a:noFill/>
          </a:ln>
        </p:spPr>
      </p:sp>
      <p:sp>
        <p:nvSpPr>
          <p:cNvPr id="370" name="Google Shape;370;p42"/>
          <p:cNvSpPr txBox="1"/>
          <p:nvPr>
            <p:ph idx="28" type="subTitle"/>
          </p:nvPr>
        </p:nvSpPr>
        <p:spPr>
          <a:xfrm>
            <a:off x="675060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1" name="Google Shape;371;p42"/>
          <p:cNvSpPr txBox="1"/>
          <p:nvPr>
            <p:ph idx="29" type="subTitle"/>
          </p:nvPr>
        </p:nvSpPr>
        <p:spPr>
          <a:xfrm>
            <a:off x="675060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2" name="Google Shape;372;p42"/>
          <p:cNvSpPr txBox="1"/>
          <p:nvPr>
            <p:ph idx="30" type="subTitle"/>
          </p:nvPr>
        </p:nvSpPr>
        <p:spPr>
          <a:xfrm>
            <a:off x="675060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3" name="Google Shape;373;p42"/>
          <p:cNvSpPr/>
          <p:nvPr>
            <p:ph idx="31" type="pic"/>
          </p:nvPr>
        </p:nvSpPr>
        <p:spPr>
          <a:xfrm>
            <a:off x="6080709" y="3805056"/>
            <a:ext cx="530400" cy="530400"/>
          </a:xfrm>
          <a:prstGeom prst="rect">
            <a:avLst/>
          </a:prstGeom>
          <a:noFill/>
          <a:ln>
            <a:noFill/>
          </a:ln>
        </p:spPr>
      </p:sp>
      <p:sp>
        <p:nvSpPr>
          <p:cNvPr id="374" name="Google Shape;374;p42"/>
          <p:cNvSpPr txBox="1"/>
          <p:nvPr>
            <p:ph idx="32" type="subTitle"/>
          </p:nvPr>
        </p:nvSpPr>
        <p:spPr>
          <a:xfrm>
            <a:off x="3824550" y="4022919"/>
            <a:ext cx="2026200" cy="187800"/>
          </a:xfrm>
          <a:prstGeom prst="rect">
            <a:avLst/>
          </a:prstGeom>
        </p:spPr>
        <p:txBody>
          <a:bodyPr anchorCtr="0" anchor="ctr" bIns="0" lIns="0" spcFirstLastPara="1" rIns="0" wrap="square" tIns="0">
            <a:noAutofit/>
          </a:bodyPr>
          <a:lstStyle>
            <a:lvl1pPr lvl="0">
              <a:spcBef>
                <a:spcPts val="0"/>
              </a:spcBef>
              <a:spcAft>
                <a:spcPts val="0"/>
              </a:spcAft>
              <a:buSzPts val="1000"/>
              <a:buNone/>
              <a:defRPr sz="1000"/>
            </a:lvl1pPr>
            <a:lvl2pPr lvl="1">
              <a:spcBef>
                <a:spcPts val="0"/>
              </a:spcBef>
              <a:spcAft>
                <a:spcPts val="0"/>
              </a:spcAft>
              <a:buSzPts val="1000"/>
              <a:buNone/>
              <a:defRPr sz="1000"/>
            </a:lvl2pPr>
            <a:lvl3pPr lvl="2">
              <a:spcBef>
                <a:spcPts val="0"/>
              </a:spcBef>
              <a:spcAft>
                <a:spcPts val="0"/>
              </a:spcAft>
              <a:buSzPts val="1000"/>
              <a:buNone/>
              <a:defRPr sz="1000"/>
            </a:lvl3pPr>
            <a:lvl4pPr lvl="3">
              <a:spcBef>
                <a:spcPts val="0"/>
              </a:spcBef>
              <a:spcAft>
                <a:spcPts val="0"/>
              </a:spcAft>
              <a:buSzPts val="1000"/>
              <a:buNone/>
              <a:defRPr sz="1000"/>
            </a:lvl4pPr>
            <a:lvl5pPr lvl="4">
              <a:spcBef>
                <a:spcPts val="0"/>
              </a:spcBef>
              <a:spcAft>
                <a:spcPts val="0"/>
              </a:spcAft>
              <a:buSzPts val="1000"/>
              <a:buNone/>
              <a:defRPr sz="1000"/>
            </a:lvl5pPr>
            <a:lvl6pPr lvl="5">
              <a:spcBef>
                <a:spcPts val="0"/>
              </a:spcBef>
              <a:spcAft>
                <a:spcPts val="0"/>
              </a:spcAft>
              <a:buSzPts val="1000"/>
              <a:buNone/>
              <a:defRPr sz="1000"/>
            </a:lvl6pPr>
            <a:lvl7pPr lvl="6">
              <a:spcBef>
                <a:spcPts val="0"/>
              </a:spcBef>
              <a:spcAft>
                <a:spcPts val="0"/>
              </a:spcAft>
              <a:buSzPts val="1000"/>
              <a:buNone/>
              <a:defRPr sz="1000"/>
            </a:lvl7pPr>
            <a:lvl8pPr lvl="7">
              <a:spcBef>
                <a:spcPts val="0"/>
              </a:spcBef>
              <a:spcAft>
                <a:spcPts val="0"/>
              </a:spcAft>
              <a:buSzPts val="1000"/>
              <a:buNone/>
              <a:defRPr sz="1000"/>
            </a:lvl8pPr>
            <a:lvl9pPr lvl="8">
              <a:spcBef>
                <a:spcPts val="0"/>
              </a:spcBef>
              <a:spcAft>
                <a:spcPts val="0"/>
              </a:spcAft>
              <a:buSzPts val="1000"/>
              <a:buNone/>
              <a:defRPr sz="1000"/>
            </a:lvl9pPr>
          </a:lstStyle>
          <a:p/>
        </p:txBody>
      </p:sp>
      <p:sp>
        <p:nvSpPr>
          <p:cNvPr id="375" name="Google Shape;375;p42"/>
          <p:cNvSpPr txBox="1"/>
          <p:nvPr>
            <p:ph idx="33" type="subTitle"/>
          </p:nvPr>
        </p:nvSpPr>
        <p:spPr>
          <a:xfrm>
            <a:off x="3824550" y="3793706"/>
            <a:ext cx="2026200" cy="219600"/>
          </a:xfrm>
          <a:prstGeom prst="rect">
            <a:avLst/>
          </a:prstGeom>
        </p:spPr>
        <p:txBody>
          <a:bodyPr anchorCtr="0" anchor="ctr" bIns="0" lIns="0" spcFirstLastPara="1" rIns="0" wrap="square" tIns="0">
            <a:noAutofit/>
          </a:bodyPr>
          <a:lstStyle>
            <a:lvl1pPr lvl="0">
              <a:spcBef>
                <a:spcPts val="0"/>
              </a:spcBef>
              <a:spcAft>
                <a:spcPts val="0"/>
              </a:spcAft>
              <a:buSzPts val="1400"/>
              <a:buNone/>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p:txBody>
      </p:sp>
      <p:sp>
        <p:nvSpPr>
          <p:cNvPr id="376" name="Google Shape;376;p42"/>
          <p:cNvSpPr txBox="1"/>
          <p:nvPr>
            <p:ph idx="34" type="subTitle"/>
          </p:nvPr>
        </p:nvSpPr>
        <p:spPr>
          <a:xfrm>
            <a:off x="3824550" y="4166856"/>
            <a:ext cx="2026200" cy="219600"/>
          </a:xfrm>
          <a:prstGeom prst="rect">
            <a:avLst/>
          </a:prstGeom>
        </p:spPr>
        <p:txBody>
          <a:bodyPr anchorCtr="0" anchor="ctr" bIns="0" lIns="0" spcFirstLastPara="1" rIns="0" wrap="square" tIns="0">
            <a:noAutofit/>
          </a:bodyPr>
          <a:lstStyle>
            <a:lvl1pPr lvl="0">
              <a:spcBef>
                <a:spcPts val="0"/>
              </a:spcBef>
              <a:spcAft>
                <a:spcPts val="0"/>
              </a:spcAft>
              <a:buSzPts val="900"/>
              <a:buFont typeface="DM Sans Light"/>
              <a:buNone/>
              <a:defRPr sz="900">
                <a:latin typeface="DM Sans Light"/>
                <a:ea typeface="DM Sans Light"/>
                <a:cs typeface="DM Sans Light"/>
                <a:sym typeface="DM Sans Light"/>
              </a:defRPr>
            </a:lvl1pPr>
            <a:lvl2pPr lvl="1">
              <a:spcBef>
                <a:spcPts val="0"/>
              </a:spcBef>
              <a:spcAft>
                <a:spcPts val="0"/>
              </a:spcAft>
              <a:buSzPts val="900"/>
              <a:buFont typeface="DM Sans Light"/>
              <a:buNone/>
              <a:defRPr sz="900">
                <a:latin typeface="DM Sans Light"/>
                <a:ea typeface="DM Sans Light"/>
                <a:cs typeface="DM Sans Light"/>
                <a:sym typeface="DM Sans Light"/>
              </a:defRPr>
            </a:lvl2pPr>
            <a:lvl3pPr lvl="2">
              <a:spcBef>
                <a:spcPts val="0"/>
              </a:spcBef>
              <a:spcAft>
                <a:spcPts val="0"/>
              </a:spcAft>
              <a:buSzPts val="900"/>
              <a:buFont typeface="DM Sans Light"/>
              <a:buNone/>
              <a:defRPr sz="900">
                <a:latin typeface="DM Sans Light"/>
                <a:ea typeface="DM Sans Light"/>
                <a:cs typeface="DM Sans Light"/>
                <a:sym typeface="DM Sans Light"/>
              </a:defRPr>
            </a:lvl3pPr>
            <a:lvl4pPr lvl="3">
              <a:spcBef>
                <a:spcPts val="0"/>
              </a:spcBef>
              <a:spcAft>
                <a:spcPts val="0"/>
              </a:spcAft>
              <a:buSzPts val="900"/>
              <a:buFont typeface="DM Sans Light"/>
              <a:buNone/>
              <a:defRPr sz="900">
                <a:latin typeface="DM Sans Light"/>
                <a:ea typeface="DM Sans Light"/>
                <a:cs typeface="DM Sans Light"/>
                <a:sym typeface="DM Sans Light"/>
              </a:defRPr>
            </a:lvl4pPr>
            <a:lvl5pPr lvl="4">
              <a:spcBef>
                <a:spcPts val="0"/>
              </a:spcBef>
              <a:spcAft>
                <a:spcPts val="0"/>
              </a:spcAft>
              <a:buSzPts val="900"/>
              <a:buFont typeface="DM Sans Light"/>
              <a:buNone/>
              <a:defRPr sz="900">
                <a:latin typeface="DM Sans Light"/>
                <a:ea typeface="DM Sans Light"/>
                <a:cs typeface="DM Sans Light"/>
                <a:sym typeface="DM Sans Light"/>
              </a:defRPr>
            </a:lvl5pPr>
            <a:lvl6pPr lvl="5">
              <a:spcBef>
                <a:spcPts val="0"/>
              </a:spcBef>
              <a:spcAft>
                <a:spcPts val="0"/>
              </a:spcAft>
              <a:buSzPts val="900"/>
              <a:buFont typeface="DM Sans Light"/>
              <a:buNone/>
              <a:defRPr sz="900">
                <a:latin typeface="DM Sans Light"/>
                <a:ea typeface="DM Sans Light"/>
                <a:cs typeface="DM Sans Light"/>
                <a:sym typeface="DM Sans Light"/>
              </a:defRPr>
            </a:lvl6pPr>
            <a:lvl7pPr lvl="6">
              <a:spcBef>
                <a:spcPts val="0"/>
              </a:spcBef>
              <a:spcAft>
                <a:spcPts val="0"/>
              </a:spcAft>
              <a:buSzPts val="900"/>
              <a:buFont typeface="DM Sans Light"/>
              <a:buNone/>
              <a:defRPr sz="900">
                <a:latin typeface="DM Sans Light"/>
                <a:ea typeface="DM Sans Light"/>
                <a:cs typeface="DM Sans Light"/>
                <a:sym typeface="DM Sans Light"/>
              </a:defRPr>
            </a:lvl7pPr>
            <a:lvl8pPr lvl="7">
              <a:spcBef>
                <a:spcPts val="0"/>
              </a:spcBef>
              <a:spcAft>
                <a:spcPts val="0"/>
              </a:spcAft>
              <a:buSzPts val="900"/>
              <a:buFont typeface="DM Sans Light"/>
              <a:buNone/>
              <a:defRPr sz="900">
                <a:latin typeface="DM Sans Light"/>
                <a:ea typeface="DM Sans Light"/>
                <a:cs typeface="DM Sans Light"/>
                <a:sym typeface="DM Sans Light"/>
              </a:defRPr>
            </a:lvl8pPr>
            <a:lvl9pPr lvl="8">
              <a:spcBef>
                <a:spcPts val="0"/>
              </a:spcBef>
              <a:spcAft>
                <a:spcPts val="0"/>
              </a:spcAft>
              <a:buSzPts val="900"/>
              <a:buFont typeface="DM Sans Light"/>
              <a:buNone/>
              <a:defRPr sz="900">
                <a:latin typeface="DM Sans Light"/>
                <a:ea typeface="DM Sans Light"/>
                <a:cs typeface="DM Sans Light"/>
                <a:sym typeface="DM Sans Light"/>
              </a:defRPr>
            </a:lvl9pPr>
          </a:lstStyle>
          <a:p/>
        </p:txBody>
      </p:sp>
      <p:sp>
        <p:nvSpPr>
          <p:cNvPr id="377" name="Google Shape;377;p42"/>
          <p:cNvSpPr/>
          <p:nvPr>
            <p:ph idx="35" type="pic"/>
          </p:nvPr>
        </p:nvSpPr>
        <p:spPr>
          <a:xfrm>
            <a:off x="3154659" y="3805056"/>
            <a:ext cx="530400" cy="530400"/>
          </a:xfrm>
          <a:prstGeom prst="rect">
            <a:avLst/>
          </a:prstGeom>
          <a:noFill/>
          <a:ln>
            <a:noFill/>
          </a:ln>
        </p:spPr>
      </p:sp>
      <p:sp>
        <p:nvSpPr>
          <p:cNvPr id="378" name="Google Shape;378;p42"/>
          <p:cNvSpPr txBox="1"/>
          <p:nvPr>
            <p:ph type="title"/>
          </p:nvPr>
        </p:nvSpPr>
        <p:spPr>
          <a:xfrm>
            <a:off x="361975" y="962100"/>
            <a:ext cx="2450700" cy="5877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79" name="Google Shape;379;p42"/>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0" name="Google Shape;380;p42"/>
          <p:cNvSpPr txBox="1"/>
          <p:nvPr>
            <p:ph idx="3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otlight - Alt 2">
  <p:cSld name="CUSTOM_7_1">
    <p:bg>
      <p:bgPr>
        <a:solidFill>
          <a:schemeClr val="accent2"/>
        </a:solidFill>
      </p:bgPr>
    </p:bg>
    <p:spTree>
      <p:nvGrpSpPr>
        <p:cNvPr id="381" name="Shape 381"/>
        <p:cNvGrpSpPr/>
        <p:nvPr/>
      </p:nvGrpSpPr>
      <p:grpSpPr>
        <a:xfrm>
          <a:off x="0" y="0"/>
          <a:ext cx="0" cy="0"/>
          <a:chOff x="0" y="0"/>
          <a:chExt cx="0" cy="0"/>
        </a:xfrm>
      </p:grpSpPr>
      <p:sp>
        <p:nvSpPr>
          <p:cNvPr id="382" name="Google Shape;382;p43"/>
          <p:cNvSpPr/>
          <p:nvPr/>
        </p:nvSpPr>
        <p:spPr>
          <a:xfrm>
            <a:off x="0" y="0"/>
            <a:ext cx="45675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DM Sans"/>
              <a:ea typeface="DM Sans"/>
              <a:cs typeface="DM Sans"/>
              <a:sym typeface="DM Sans"/>
            </a:endParaRPr>
          </a:p>
        </p:txBody>
      </p:sp>
      <p:sp>
        <p:nvSpPr>
          <p:cNvPr id="383" name="Google Shape;383;p43"/>
          <p:cNvSpPr txBox="1"/>
          <p:nvPr>
            <p:ph type="title"/>
          </p:nvPr>
        </p:nvSpPr>
        <p:spPr>
          <a:xfrm>
            <a:off x="4975925" y="989088"/>
            <a:ext cx="3783600" cy="587700"/>
          </a:xfrm>
          <a:prstGeom prst="rect">
            <a:avLst/>
          </a:prstGeom>
        </p:spPr>
        <p:txBody>
          <a:bodyPr anchorCtr="0" anchor="t" bIns="0" lIns="0" spcFirstLastPara="1" rIns="0" wrap="square" tIns="0">
            <a:noAutofit/>
          </a:bodyPr>
          <a:lstStyle>
            <a:lvl1pPr lvl="0">
              <a:lnSpc>
                <a:spcPct val="90000"/>
              </a:lnSpc>
              <a:spcBef>
                <a:spcPts val="0"/>
              </a:spcBef>
              <a:spcAft>
                <a:spcPts val="0"/>
              </a:spcAft>
              <a:buNone/>
              <a:defRPr sz="3600"/>
            </a:lvl1pPr>
            <a:lvl2pPr lvl="1">
              <a:lnSpc>
                <a:spcPct val="90000"/>
              </a:lnSpc>
              <a:spcBef>
                <a:spcPts val="0"/>
              </a:spcBef>
              <a:spcAft>
                <a:spcPts val="0"/>
              </a:spcAft>
              <a:buNone/>
              <a:defRPr sz="3600"/>
            </a:lvl2pPr>
            <a:lvl3pPr lvl="2">
              <a:lnSpc>
                <a:spcPct val="90000"/>
              </a:lnSpc>
              <a:spcBef>
                <a:spcPts val="0"/>
              </a:spcBef>
              <a:spcAft>
                <a:spcPts val="0"/>
              </a:spcAft>
              <a:buNone/>
              <a:defRPr sz="3600"/>
            </a:lvl3pPr>
            <a:lvl4pPr lvl="3">
              <a:lnSpc>
                <a:spcPct val="90000"/>
              </a:lnSpc>
              <a:spcBef>
                <a:spcPts val="0"/>
              </a:spcBef>
              <a:spcAft>
                <a:spcPts val="0"/>
              </a:spcAft>
              <a:buNone/>
              <a:defRPr sz="3600"/>
            </a:lvl4pPr>
            <a:lvl5pPr lvl="4">
              <a:lnSpc>
                <a:spcPct val="90000"/>
              </a:lnSpc>
              <a:spcBef>
                <a:spcPts val="0"/>
              </a:spcBef>
              <a:spcAft>
                <a:spcPts val="0"/>
              </a:spcAft>
              <a:buNone/>
              <a:defRPr sz="3600"/>
            </a:lvl5pPr>
            <a:lvl6pPr lvl="5">
              <a:lnSpc>
                <a:spcPct val="90000"/>
              </a:lnSpc>
              <a:spcBef>
                <a:spcPts val="0"/>
              </a:spcBef>
              <a:spcAft>
                <a:spcPts val="0"/>
              </a:spcAft>
              <a:buNone/>
              <a:defRPr sz="3600"/>
            </a:lvl6pPr>
            <a:lvl7pPr lvl="6">
              <a:lnSpc>
                <a:spcPct val="90000"/>
              </a:lnSpc>
              <a:spcBef>
                <a:spcPts val="0"/>
              </a:spcBef>
              <a:spcAft>
                <a:spcPts val="0"/>
              </a:spcAft>
              <a:buNone/>
              <a:defRPr sz="3600"/>
            </a:lvl7pPr>
            <a:lvl8pPr lvl="7">
              <a:lnSpc>
                <a:spcPct val="90000"/>
              </a:lnSpc>
              <a:spcBef>
                <a:spcPts val="0"/>
              </a:spcBef>
              <a:spcAft>
                <a:spcPts val="0"/>
              </a:spcAft>
              <a:buNone/>
              <a:defRPr sz="3600"/>
            </a:lvl8pPr>
            <a:lvl9pPr lvl="8">
              <a:lnSpc>
                <a:spcPct val="90000"/>
              </a:lnSpc>
              <a:spcBef>
                <a:spcPts val="0"/>
              </a:spcBef>
              <a:spcAft>
                <a:spcPts val="0"/>
              </a:spcAft>
              <a:buNone/>
              <a:defRPr sz="3600"/>
            </a:lvl9pPr>
          </a:lstStyle>
          <a:p/>
        </p:txBody>
      </p:sp>
      <p:sp>
        <p:nvSpPr>
          <p:cNvPr id="384" name="Google Shape;384;p43"/>
          <p:cNvSpPr/>
          <p:nvPr>
            <p:ph idx="2" type="pic"/>
          </p:nvPr>
        </p:nvSpPr>
        <p:spPr>
          <a:xfrm flipH="1">
            <a:off x="953803" y="1066100"/>
            <a:ext cx="2664300" cy="3002700"/>
          </a:xfrm>
          <a:prstGeom prst="rect">
            <a:avLst/>
          </a:prstGeom>
          <a:noFill/>
          <a:ln>
            <a:noFill/>
          </a:ln>
        </p:spPr>
      </p:sp>
      <p:sp>
        <p:nvSpPr>
          <p:cNvPr id="385" name="Google Shape;385;p43"/>
          <p:cNvSpPr txBox="1"/>
          <p:nvPr>
            <p:ph idx="1" type="body"/>
          </p:nvPr>
        </p:nvSpPr>
        <p:spPr>
          <a:xfrm>
            <a:off x="4975925" y="4125662"/>
            <a:ext cx="3783600" cy="461700"/>
          </a:xfrm>
          <a:prstGeom prst="rect">
            <a:avLst/>
          </a:prstGeom>
          <a:noFill/>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1pPr>
            <a:lvl2pPr indent="-292100" lvl="1" marL="914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2pPr>
            <a:lvl3pPr indent="-292100" lvl="2" marL="1371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3pPr>
            <a:lvl4pPr indent="-292100" lvl="3" marL="1828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4pPr>
            <a:lvl5pPr indent="-292100" lvl="4" marL="22860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5pPr>
            <a:lvl6pPr indent="-292100" lvl="5" marL="27432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6pPr>
            <a:lvl7pPr indent="-292100" lvl="6" marL="32004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7pPr>
            <a:lvl8pPr indent="-292100" lvl="7" marL="36576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8pPr>
            <a:lvl9pPr indent="-292100" lvl="8" marL="4114800">
              <a:spcBef>
                <a:spcPts val="0"/>
              </a:spcBef>
              <a:spcAft>
                <a:spcPts val="0"/>
              </a:spcAft>
              <a:buClr>
                <a:schemeClr val="lt1"/>
              </a:buClr>
              <a:buSzPts val="1000"/>
              <a:buFont typeface="DM Sans Light"/>
              <a:buChar char="■"/>
              <a:defRPr sz="1000">
                <a:latin typeface="DM Sans Light"/>
                <a:ea typeface="DM Sans Light"/>
                <a:cs typeface="DM Sans Light"/>
                <a:sym typeface="DM Sans Light"/>
              </a:defRPr>
            </a:lvl9pPr>
          </a:lstStyle>
          <a:p/>
        </p:txBody>
      </p:sp>
      <p:sp>
        <p:nvSpPr>
          <p:cNvPr id="386" name="Google Shape;386;p43"/>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387" name="Google Shape;387;p43"/>
          <p:cNvSpPr txBox="1"/>
          <p:nvPr>
            <p:ph idx="3" type="body"/>
          </p:nvPr>
        </p:nvSpPr>
        <p:spPr>
          <a:xfrm>
            <a:off x="4975925" y="1943891"/>
            <a:ext cx="3783600" cy="1243200"/>
          </a:xfrm>
          <a:prstGeom prst="rect">
            <a:avLst/>
          </a:prstGeom>
          <a:noFill/>
        </p:spPr>
        <p:txBody>
          <a:bodyPr anchorCtr="0" anchor="t" bIns="0" lIns="0" spcFirstLastPara="1" rIns="0" wrap="square" tIns="0">
            <a:noAutofit/>
          </a:bodyPr>
          <a:lstStyle>
            <a:lvl1pPr indent="-330200" lvl="0" marL="457200">
              <a:spcBef>
                <a:spcPts val="0"/>
              </a:spcBef>
              <a:spcAft>
                <a:spcPts val="0"/>
              </a:spcAft>
              <a:buClr>
                <a:schemeClr val="lt1"/>
              </a:buClr>
              <a:buSzPts val="1600"/>
              <a:buFont typeface="Newsreader"/>
              <a:buChar char="●"/>
              <a:defRPr sz="1600">
                <a:latin typeface="Newsreader"/>
                <a:ea typeface="Newsreader"/>
                <a:cs typeface="Newsreader"/>
                <a:sym typeface="Newsreader"/>
              </a:defRPr>
            </a:lvl1pPr>
            <a:lvl2pPr indent="-330200" lvl="1" marL="914400">
              <a:spcBef>
                <a:spcPts val="0"/>
              </a:spcBef>
              <a:spcAft>
                <a:spcPts val="0"/>
              </a:spcAft>
              <a:buClr>
                <a:schemeClr val="lt1"/>
              </a:buClr>
              <a:buSzPts val="1600"/>
              <a:buFont typeface="Newsreader"/>
              <a:buChar char="○"/>
              <a:defRPr sz="1600">
                <a:latin typeface="Newsreader"/>
                <a:ea typeface="Newsreader"/>
                <a:cs typeface="Newsreader"/>
                <a:sym typeface="Newsreader"/>
              </a:defRPr>
            </a:lvl2pPr>
            <a:lvl3pPr indent="-330200" lvl="2" marL="1371600">
              <a:spcBef>
                <a:spcPts val="0"/>
              </a:spcBef>
              <a:spcAft>
                <a:spcPts val="0"/>
              </a:spcAft>
              <a:buClr>
                <a:schemeClr val="lt1"/>
              </a:buClr>
              <a:buSzPts val="1600"/>
              <a:buFont typeface="Newsreader"/>
              <a:buChar char="■"/>
              <a:defRPr sz="1600">
                <a:latin typeface="Newsreader"/>
                <a:ea typeface="Newsreader"/>
                <a:cs typeface="Newsreader"/>
                <a:sym typeface="Newsreader"/>
              </a:defRPr>
            </a:lvl3pPr>
            <a:lvl4pPr indent="-330200" lvl="3" marL="1828800">
              <a:spcBef>
                <a:spcPts val="0"/>
              </a:spcBef>
              <a:spcAft>
                <a:spcPts val="0"/>
              </a:spcAft>
              <a:buClr>
                <a:schemeClr val="lt1"/>
              </a:buClr>
              <a:buSzPts val="1600"/>
              <a:buFont typeface="Newsreader"/>
              <a:buChar char="●"/>
              <a:defRPr sz="1600">
                <a:latin typeface="Newsreader"/>
                <a:ea typeface="Newsreader"/>
                <a:cs typeface="Newsreader"/>
                <a:sym typeface="Newsreader"/>
              </a:defRPr>
            </a:lvl4pPr>
            <a:lvl5pPr indent="-330200" lvl="4" marL="2286000">
              <a:spcBef>
                <a:spcPts val="0"/>
              </a:spcBef>
              <a:spcAft>
                <a:spcPts val="0"/>
              </a:spcAft>
              <a:buClr>
                <a:schemeClr val="lt1"/>
              </a:buClr>
              <a:buSzPts val="1600"/>
              <a:buFont typeface="Newsreader"/>
              <a:buChar char="○"/>
              <a:defRPr sz="1600">
                <a:latin typeface="Newsreader"/>
                <a:ea typeface="Newsreader"/>
                <a:cs typeface="Newsreader"/>
                <a:sym typeface="Newsreader"/>
              </a:defRPr>
            </a:lvl5pPr>
            <a:lvl6pPr indent="-330200" lvl="5" marL="2743200">
              <a:spcBef>
                <a:spcPts val="0"/>
              </a:spcBef>
              <a:spcAft>
                <a:spcPts val="0"/>
              </a:spcAft>
              <a:buClr>
                <a:schemeClr val="lt1"/>
              </a:buClr>
              <a:buSzPts val="1600"/>
              <a:buFont typeface="Newsreader"/>
              <a:buChar char="■"/>
              <a:defRPr sz="1600">
                <a:latin typeface="Newsreader"/>
                <a:ea typeface="Newsreader"/>
                <a:cs typeface="Newsreader"/>
                <a:sym typeface="Newsreader"/>
              </a:defRPr>
            </a:lvl6pPr>
            <a:lvl7pPr indent="-330200" lvl="6" marL="3200400">
              <a:spcBef>
                <a:spcPts val="0"/>
              </a:spcBef>
              <a:spcAft>
                <a:spcPts val="0"/>
              </a:spcAft>
              <a:buClr>
                <a:schemeClr val="lt1"/>
              </a:buClr>
              <a:buSzPts val="1600"/>
              <a:buFont typeface="Newsreader"/>
              <a:buChar char="●"/>
              <a:defRPr sz="1600">
                <a:latin typeface="Newsreader"/>
                <a:ea typeface="Newsreader"/>
                <a:cs typeface="Newsreader"/>
                <a:sym typeface="Newsreader"/>
              </a:defRPr>
            </a:lvl7pPr>
            <a:lvl8pPr indent="-330200" lvl="7" marL="3657600">
              <a:spcBef>
                <a:spcPts val="0"/>
              </a:spcBef>
              <a:spcAft>
                <a:spcPts val="0"/>
              </a:spcAft>
              <a:buClr>
                <a:schemeClr val="lt1"/>
              </a:buClr>
              <a:buSzPts val="1600"/>
              <a:buFont typeface="Newsreader"/>
              <a:buChar char="○"/>
              <a:defRPr sz="1600">
                <a:latin typeface="Newsreader"/>
                <a:ea typeface="Newsreader"/>
                <a:cs typeface="Newsreader"/>
                <a:sym typeface="Newsreader"/>
              </a:defRPr>
            </a:lvl8pPr>
            <a:lvl9pPr indent="-330200" lvl="8" marL="4114800">
              <a:spcBef>
                <a:spcPts val="0"/>
              </a:spcBef>
              <a:spcAft>
                <a:spcPts val="0"/>
              </a:spcAft>
              <a:buClr>
                <a:schemeClr val="lt1"/>
              </a:buClr>
              <a:buSzPts val="1600"/>
              <a:buFont typeface="Newsreader"/>
              <a:buChar char="■"/>
              <a:defRPr sz="1600">
                <a:latin typeface="Newsreader"/>
                <a:ea typeface="Newsreader"/>
                <a:cs typeface="Newsreader"/>
                <a:sym typeface="Newsreader"/>
              </a:defRPr>
            </a:lvl9pPr>
          </a:lstStyle>
          <a:p/>
        </p:txBody>
      </p:sp>
      <p:sp>
        <p:nvSpPr>
          <p:cNvPr id="388" name="Google Shape;388;p43"/>
          <p:cNvSpPr txBox="1"/>
          <p:nvPr>
            <p:ph idx="4" type="subTitle"/>
          </p:nvPr>
        </p:nvSpPr>
        <p:spPr>
          <a:xfrm>
            <a:off x="4975925" y="732775"/>
            <a:ext cx="37836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Font typeface="DM Sans Light"/>
              <a:buNone/>
              <a:defRPr>
                <a:latin typeface="DM Sans Light"/>
                <a:ea typeface="DM Sans Light"/>
                <a:cs typeface="DM Sans Light"/>
                <a:sym typeface="DM Sans Light"/>
              </a:defRPr>
            </a:lvl2pPr>
            <a:lvl3pPr lvl="2">
              <a:spcBef>
                <a:spcPts val="0"/>
              </a:spcBef>
              <a:spcAft>
                <a:spcPts val="0"/>
              </a:spcAft>
              <a:buSzPts val="1400"/>
              <a:buFont typeface="DM Sans Light"/>
              <a:buNone/>
              <a:defRPr>
                <a:latin typeface="DM Sans Light"/>
                <a:ea typeface="DM Sans Light"/>
                <a:cs typeface="DM Sans Light"/>
                <a:sym typeface="DM Sans Light"/>
              </a:defRPr>
            </a:lvl3pPr>
            <a:lvl4pPr lvl="3">
              <a:spcBef>
                <a:spcPts val="0"/>
              </a:spcBef>
              <a:spcAft>
                <a:spcPts val="0"/>
              </a:spcAft>
              <a:buSzPts val="1400"/>
              <a:buFont typeface="DM Sans Light"/>
              <a:buNone/>
              <a:defRPr>
                <a:latin typeface="DM Sans Light"/>
                <a:ea typeface="DM Sans Light"/>
                <a:cs typeface="DM Sans Light"/>
                <a:sym typeface="DM Sans Light"/>
              </a:defRPr>
            </a:lvl4pPr>
            <a:lvl5pPr lvl="4">
              <a:spcBef>
                <a:spcPts val="0"/>
              </a:spcBef>
              <a:spcAft>
                <a:spcPts val="0"/>
              </a:spcAft>
              <a:buSzPts val="1400"/>
              <a:buFont typeface="DM Sans Light"/>
              <a:buNone/>
              <a:defRPr>
                <a:latin typeface="DM Sans Light"/>
                <a:ea typeface="DM Sans Light"/>
                <a:cs typeface="DM Sans Light"/>
                <a:sym typeface="DM Sans Light"/>
              </a:defRPr>
            </a:lvl5pPr>
            <a:lvl6pPr lvl="5">
              <a:spcBef>
                <a:spcPts val="0"/>
              </a:spcBef>
              <a:spcAft>
                <a:spcPts val="0"/>
              </a:spcAft>
              <a:buSzPts val="1400"/>
              <a:buFont typeface="DM Sans Light"/>
              <a:buNone/>
              <a:defRPr>
                <a:latin typeface="DM Sans Light"/>
                <a:ea typeface="DM Sans Light"/>
                <a:cs typeface="DM Sans Light"/>
                <a:sym typeface="DM Sans Light"/>
              </a:defRPr>
            </a:lvl6pPr>
            <a:lvl7pPr lvl="6">
              <a:spcBef>
                <a:spcPts val="0"/>
              </a:spcBef>
              <a:spcAft>
                <a:spcPts val="0"/>
              </a:spcAft>
              <a:buSzPts val="1400"/>
              <a:buFont typeface="DM Sans Light"/>
              <a:buNone/>
              <a:defRPr>
                <a:latin typeface="DM Sans Light"/>
                <a:ea typeface="DM Sans Light"/>
                <a:cs typeface="DM Sans Light"/>
                <a:sym typeface="DM Sans Light"/>
              </a:defRPr>
            </a:lvl7pPr>
            <a:lvl8pPr lvl="7">
              <a:spcBef>
                <a:spcPts val="0"/>
              </a:spcBef>
              <a:spcAft>
                <a:spcPts val="0"/>
              </a:spcAft>
              <a:buSzPts val="1400"/>
              <a:buFont typeface="DM Sans Light"/>
              <a:buNone/>
              <a:defRPr>
                <a:latin typeface="DM Sans Light"/>
                <a:ea typeface="DM Sans Light"/>
                <a:cs typeface="DM Sans Light"/>
                <a:sym typeface="DM Sans Light"/>
              </a:defRPr>
            </a:lvl8pPr>
            <a:lvl9pPr lvl="8">
              <a:spcBef>
                <a:spcPts val="0"/>
              </a:spcBef>
              <a:spcAft>
                <a:spcPts val="0"/>
              </a:spcAft>
              <a:buSzPts val="1400"/>
              <a:buFont typeface="DM Sans Light"/>
              <a:buNone/>
              <a:defRPr>
                <a:latin typeface="DM Sans Light"/>
                <a:ea typeface="DM Sans Light"/>
                <a:cs typeface="DM Sans Light"/>
                <a:sym typeface="DM Sans Light"/>
              </a:defRPr>
            </a:lvl9pPr>
          </a:lstStyle>
          <a:p/>
        </p:txBody>
      </p:sp>
      <p:sp>
        <p:nvSpPr>
          <p:cNvPr id="389" name="Google Shape;389;p43"/>
          <p:cNvSpPr txBox="1"/>
          <p:nvPr>
            <p:ph idx="5" type="subTitle"/>
          </p:nvPr>
        </p:nvSpPr>
        <p:spPr>
          <a:xfrm>
            <a:off x="4975925" y="1647132"/>
            <a:ext cx="3783600" cy="1386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90" name="Google Shape;390;p43"/>
          <p:cNvSpPr txBox="1"/>
          <p:nvPr>
            <p:ph idx="6"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700"/>
              <a:buFont typeface="DM Sans"/>
              <a:buNone/>
              <a:defRPr sz="700">
                <a:solidFill>
                  <a:schemeClr val="dk1"/>
                </a:solidFill>
                <a:latin typeface="DM Sans"/>
                <a:ea typeface="DM Sans"/>
                <a:cs typeface="DM Sans"/>
                <a:sym typeface="DM Sans"/>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r chart background">
  <p:cSld name="CUSTOM_8">
    <p:spTree>
      <p:nvGrpSpPr>
        <p:cNvPr id="391" name="Shape 391"/>
        <p:cNvGrpSpPr/>
        <p:nvPr/>
      </p:nvGrpSpPr>
      <p:grpSpPr>
        <a:xfrm>
          <a:off x="0" y="0"/>
          <a:ext cx="0" cy="0"/>
          <a:chOff x="0" y="0"/>
          <a:chExt cx="0" cy="0"/>
        </a:xfrm>
      </p:grpSpPr>
      <p:grpSp>
        <p:nvGrpSpPr>
          <p:cNvPr id="392" name="Google Shape;392;p44"/>
          <p:cNvGrpSpPr/>
          <p:nvPr/>
        </p:nvGrpSpPr>
        <p:grpSpPr>
          <a:xfrm>
            <a:off x="49" y="514398"/>
            <a:ext cx="9144297" cy="4115162"/>
            <a:chOff x="-18500" y="514395"/>
            <a:chExt cx="9219900" cy="4115162"/>
          </a:xfrm>
        </p:grpSpPr>
        <p:cxnSp>
          <p:nvCxnSpPr>
            <p:cNvPr id="393" name="Google Shape;393;p44"/>
            <p:cNvCxnSpPr/>
            <p:nvPr/>
          </p:nvCxnSpPr>
          <p:spPr>
            <a:xfrm>
              <a:off x="-18500" y="1028790"/>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4" name="Google Shape;394;p44"/>
            <p:cNvCxnSpPr/>
            <p:nvPr/>
          </p:nvCxnSpPr>
          <p:spPr>
            <a:xfrm>
              <a:off x="-18500" y="462955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5" name="Google Shape;395;p44"/>
            <p:cNvCxnSpPr/>
            <p:nvPr/>
          </p:nvCxnSpPr>
          <p:spPr>
            <a:xfrm>
              <a:off x="-18500" y="4115162"/>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6" name="Google Shape;396;p44"/>
            <p:cNvCxnSpPr/>
            <p:nvPr/>
          </p:nvCxnSpPr>
          <p:spPr>
            <a:xfrm>
              <a:off x="-18500" y="3600767"/>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7" name="Google Shape;397;p44"/>
            <p:cNvCxnSpPr/>
            <p:nvPr/>
          </p:nvCxnSpPr>
          <p:spPr>
            <a:xfrm>
              <a:off x="-18500" y="308637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8" name="Google Shape;398;p44"/>
            <p:cNvCxnSpPr/>
            <p:nvPr/>
          </p:nvCxnSpPr>
          <p:spPr>
            <a:xfrm>
              <a:off x="-18500" y="257197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399" name="Google Shape;399;p44"/>
            <p:cNvCxnSpPr/>
            <p:nvPr/>
          </p:nvCxnSpPr>
          <p:spPr>
            <a:xfrm>
              <a:off x="-18500" y="2057581"/>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0" name="Google Shape;400;p44"/>
            <p:cNvCxnSpPr/>
            <p:nvPr/>
          </p:nvCxnSpPr>
          <p:spPr>
            <a:xfrm>
              <a:off x="-18500" y="1543186"/>
              <a:ext cx="9219900" cy="0"/>
            </a:xfrm>
            <a:prstGeom prst="straightConnector1">
              <a:avLst/>
            </a:prstGeom>
            <a:noFill/>
            <a:ln cap="flat" cmpd="sng" w="9525">
              <a:solidFill>
                <a:schemeClr val="accent6"/>
              </a:solidFill>
              <a:prstDash val="solid"/>
              <a:round/>
              <a:headEnd len="med" w="med" type="none"/>
              <a:tailEnd len="med" w="med" type="none"/>
            </a:ln>
          </p:spPr>
        </p:cxnSp>
        <p:cxnSp>
          <p:nvCxnSpPr>
            <p:cNvPr id="401" name="Google Shape;401;p44"/>
            <p:cNvCxnSpPr/>
            <p:nvPr/>
          </p:nvCxnSpPr>
          <p:spPr>
            <a:xfrm>
              <a:off x="-18500" y="514395"/>
              <a:ext cx="9219900" cy="0"/>
            </a:xfrm>
            <a:prstGeom prst="straightConnector1">
              <a:avLst/>
            </a:prstGeom>
            <a:noFill/>
            <a:ln cap="flat" cmpd="sng" w="9525">
              <a:solidFill>
                <a:schemeClr val="accent6"/>
              </a:solidFill>
              <a:prstDash val="solid"/>
              <a:round/>
              <a:headEnd len="med" w="med" type="none"/>
              <a:tailEnd len="med" w="med" type="none"/>
            </a:ln>
          </p:spPr>
        </p:cxnSp>
      </p:grpSp>
      <p:sp>
        <p:nvSpPr>
          <p:cNvPr id="402" name="Google Shape;402;p44"/>
          <p:cNvSpPr txBox="1"/>
          <p:nvPr>
            <p:ph idx="12" type="sldNum"/>
          </p:nvPr>
        </p:nvSpPr>
        <p:spPr>
          <a:xfrm>
            <a:off x="8227975" y="217725"/>
            <a:ext cx="548700" cy="234000"/>
          </a:xfrm>
          <a:prstGeom prst="rect">
            <a:avLst/>
          </a:prstGeom>
          <a:noFill/>
          <a:ln>
            <a:noFill/>
          </a:ln>
        </p:spPr>
        <p:txBody>
          <a:bodyPr anchorCtr="0" anchor="ctr" bIns="91425" lIns="0" spcFirstLastPara="1" rIns="0" wrap="square" tIns="91425">
            <a:noAutofit/>
          </a:bodyPr>
          <a:lstStyle>
            <a:lvl1pPr lvl="0" algn="r">
              <a:buNone/>
              <a:defRPr sz="700">
                <a:solidFill>
                  <a:schemeClr val="lt1"/>
                </a:solidFill>
                <a:latin typeface="DM Sans"/>
                <a:ea typeface="DM Sans"/>
                <a:cs typeface="DM Sans"/>
                <a:sym typeface="DM Sans"/>
              </a:defRPr>
            </a:lvl1pPr>
            <a:lvl2pPr lvl="1" algn="r">
              <a:buNone/>
              <a:defRPr sz="700">
                <a:solidFill>
                  <a:schemeClr val="lt1"/>
                </a:solidFill>
                <a:latin typeface="DM Sans"/>
                <a:ea typeface="DM Sans"/>
                <a:cs typeface="DM Sans"/>
                <a:sym typeface="DM Sans"/>
              </a:defRPr>
            </a:lvl2pPr>
            <a:lvl3pPr lvl="2" algn="r">
              <a:buNone/>
              <a:defRPr sz="700">
                <a:solidFill>
                  <a:schemeClr val="lt1"/>
                </a:solidFill>
                <a:latin typeface="DM Sans"/>
                <a:ea typeface="DM Sans"/>
                <a:cs typeface="DM Sans"/>
                <a:sym typeface="DM Sans"/>
              </a:defRPr>
            </a:lvl3pPr>
            <a:lvl4pPr lvl="3" algn="r">
              <a:buNone/>
              <a:defRPr sz="700">
                <a:solidFill>
                  <a:schemeClr val="lt1"/>
                </a:solidFill>
                <a:latin typeface="DM Sans"/>
                <a:ea typeface="DM Sans"/>
                <a:cs typeface="DM Sans"/>
                <a:sym typeface="DM Sans"/>
              </a:defRPr>
            </a:lvl4pPr>
            <a:lvl5pPr lvl="4" algn="r">
              <a:buNone/>
              <a:defRPr sz="700">
                <a:solidFill>
                  <a:schemeClr val="lt1"/>
                </a:solidFill>
                <a:latin typeface="DM Sans"/>
                <a:ea typeface="DM Sans"/>
                <a:cs typeface="DM Sans"/>
                <a:sym typeface="DM Sans"/>
              </a:defRPr>
            </a:lvl5pPr>
            <a:lvl6pPr lvl="5" algn="r">
              <a:buNone/>
              <a:defRPr sz="700">
                <a:solidFill>
                  <a:schemeClr val="lt1"/>
                </a:solidFill>
                <a:latin typeface="DM Sans"/>
                <a:ea typeface="DM Sans"/>
                <a:cs typeface="DM Sans"/>
                <a:sym typeface="DM Sans"/>
              </a:defRPr>
            </a:lvl6pPr>
            <a:lvl7pPr lvl="6" algn="r">
              <a:buNone/>
              <a:defRPr sz="700">
                <a:solidFill>
                  <a:schemeClr val="lt1"/>
                </a:solidFill>
                <a:latin typeface="DM Sans"/>
                <a:ea typeface="DM Sans"/>
                <a:cs typeface="DM Sans"/>
                <a:sym typeface="DM Sans"/>
              </a:defRPr>
            </a:lvl7pPr>
            <a:lvl8pPr lvl="7" algn="r">
              <a:buNone/>
              <a:defRPr sz="700">
                <a:solidFill>
                  <a:schemeClr val="lt1"/>
                </a:solidFill>
                <a:latin typeface="DM Sans"/>
                <a:ea typeface="DM Sans"/>
                <a:cs typeface="DM Sans"/>
                <a:sym typeface="DM Sans"/>
              </a:defRPr>
            </a:lvl8pPr>
            <a:lvl9pPr lvl="8" algn="r">
              <a:buNone/>
              <a:defRPr sz="700">
                <a:solidFill>
                  <a:schemeClr val="lt1"/>
                </a:solidFill>
                <a:latin typeface="DM Sans"/>
                <a:ea typeface="DM Sans"/>
                <a:cs typeface="DM Sans"/>
                <a:sym typeface="DM Sans"/>
              </a:defRPr>
            </a:lvl9pPr>
          </a:lstStyle>
          <a:p>
            <a:pPr indent="0" lvl="0" marL="0" rtl="0" algn="r">
              <a:spcBef>
                <a:spcPts val="0"/>
              </a:spcBef>
              <a:spcAft>
                <a:spcPts val="0"/>
              </a:spcAft>
              <a:buNone/>
            </a:pPr>
            <a:fld id="{00000000-1234-1234-1234-123412341234}" type="slidenum">
              <a:rPr lang="en"/>
              <a:t>‹#›</a:t>
            </a:fld>
            <a:endParaRPr/>
          </a:p>
        </p:txBody>
      </p:sp>
      <p:sp>
        <p:nvSpPr>
          <p:cNvPr id="403" name="Google Shape;403;p44"/>
          <p:cNvSpPr txBox="1"/>
          <p:nvPr>
            <p:ph idx="1" type="subTitle"/>
          </p:nvPr>
        </p:nvSpPr>
        <p:spPr>
          <a:xfrm>
            <a:off x="361975" y="217725"/>
            <a:ext cx="4163100" cy="237600"/>
          </a:xfrm>
          <a:prstGeom prst="rect">
            <a:avLst/>
          </a:prstGeom>
        </p:spPr>
        <p:txBody>
          <a:bodyPr anchorCtr="0" anchor="ctr" bIns="0" lIns="0" spcFirstLastPara="1" rIns="0" wrap="square" tIns="0">
            <a:noAutofit/>
          </a:bodyPr>
          <a:lstStyle>
            <a:lvl1pPr lvl="0">
              <a:spcBef>
                <a:spcPts val="0"/>
              </a:spcBef>
              <a:spcAft>
                <a:spcPts val="0"/>
              </a:spcAft>
              <a:buSzPts val="700"/>
              <a:buFont typeface="DM Sans"/>
              <a:buNone/>
              <a:defRPr sz="700">
                <a:latin typeface="DM Sans"/>
                <a:ea typeface="DM Sans"/>
                <a:cs typeface="DM Sans"/>
                <a:sym typeface="DM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4" name="Google Shape;404;p44"/>
          <p:cNvSpPr txBox="1"/>
          <p:nvPr>
            <p:ph idx="2" type="subTitle"/>
          </p:nvPr>
        </p:nvSpPr>
        <p:spPr>
          <a:xfrm>
            <a:off x="361975" y="732775"/>
            <a:ext cx="4163100" cy="138600"/>
          </a:xfrm>
          <a:prstGeom prst="rect">
            <a:avLst/>
          </a:prstGeom>
        </p:spPr>
        <p:txBody>
          <a:bodyPr anchorCtr="0" anchor="b" bIns="0" lIns="0" spcFirstLastPara="1" rIns="0" wrap="square" tIns="0">
            <a:spAutoFit/>
          </a:bodyPr>
          <a:lstStyle>
            <a:lvl1pPr lvl="0">
              <a:spcBef>
                <a:spcPts val="0"/>
              </a:spcBef>
              <a:spcAft>
                <a:spcPts val="0"/>
              </a:spcAft>
              <a:buSzPts val="1000"/>
              <a:buFont typeface="DM Sans Light"/>
              <a:buNone/>
              <a:defRPr sz="1000">
                <a:latin typeface="DM Sans Light"/>
                <a:ea typeface="DM Sans Light"/>
                <a:cs typeface="DM Sans Light"/>
                <a:sym typeface="DM Sans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p:cSld name="CUSTOM_8_1">
    <p:bg>
      <p:bgPr>
        <a:solidFill>
          <a:schemeClr val="accent2"/>
        </a:solidFill>
      </p:bgPr>
    </p:bg>
    <p:spTree>
      <p:nvGrpSpPr>
        <p:cNvPr id="405" name="Shape 405"/>
        <p:cNvGrpSpPr/>
        <p:nvPr/>
      </p:nvGrpSpPr>
      <p:grpSpPr>
        <a:xfrm>
          <a:off x="0" y="0"/>
          <a:ext cx="0" cy="0"/>
          <a:chOff x="0" y="0"/>
          <a:chExt cx="0" cy="0"/>
        </a:xfrm>
      </p:grpSpPr>
      <p:sp>
        <p:nvSpPr>
          <p:cNvPr id="406" name="Google Shape;406;p45"/>
          <p:cNvSpPr/>
          <p:nvPr/>
        </p:nvSpPr>
        <p:spPr>
          <a:xfrm>
            <a:off x="50" y="-300"/>
            <a:ext cx="67089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M Sans"/>
              <a:ea typeface="DM Sans"/>
              <a:cs typeface="DM Sans"/>
              <a:sym typeface="DM Sans"/>
            </a:endParaRPr>
          </a:p>
        </p:txBody>
      </p:sp>
      <p:sp>
        <p:nvSpPr>
          <p:cNvPr id="407" name="Google Shape;407;p45"/>
          <p:cNvSpPr txBox="1"/>
          <p:nvPr>
            <p:ph type="title"/>
          </p:nvPr>
        </p:nvSpPr>
        <p:spPr>
          <a:xfrm>
            <a:off x="451472" y="2024100"/>
            <a:ext cx="4163100" cy="1372500"/>
          </a:xfrm>
          <a:prstGeom prst="rect">
            <a:avLst/>
          </a:prstGeom>
        </p:spPr>
        <p:txBody>
          <a:bodyPr anchorCtr="0" anchor="b" bIns="0" lIns="0" spcFirstLastPara="1" rIns="0" wrap="square" tIns="0">
            <a:noAutofit/>
          </a:bodyPr>
          <a:lstStyle>
            <a:lvl1pPr lvl="0">
              <a:lnSpc>
                <a:spcPct val="90000"/>
              </a:lnSpc>
              <a:spcBef>
                <a:spcPts val="0"/>
              </a:spcBef>
              <a:spcAft>
                <a:spcPts val="0"/>
              </a:spcAft>
              <a:buNone/>
              <a:defRPr sz="4200">
                <a:solidFill>
                  <a:schemeClr val="dk1"/>
                </a:solidFill>
              </a:defRPr>
            </a:lvl1pPr>
            <a:lvl2pPr lvl="1">
              <a:lnSpc>
                <a:spcPct val="90000"/>
              </a:lnSpc>
              <a:spcBef>
                <a:spcPts val="0"/>
              </a:spcBef>
              <a:spcAft>
                <a:spcPts val="0"/>
              </a:spcAft>
              <a:buNone/>
              <a:defRPr sz="4200">
                <a:solidFill>
                  <a:schemeClr val="dk1"/>
                </a:solidFill>
              </a:defRPr>
            </a:lvl2pPr>
            <a:lvl3pPr lvl="2">
              <a:lnSpc>
                <a:spcPct val="90000"/>
              </a:lnSpc>
              <a:spcBef>
                <a:spcPts val="0"/>
              </a:spcBef>
              <a:spcAft>
                <a:spcPts val="0"/>
              </a:spcAft>
              <a:buNone/>
              <a:defRPr sz="4200">
                <a:solidFill>
                  <a:schemeClr val="dk1"/>
                </a:solidFill>
              </a:defRPr>
            </a:lvl3pPr>
            <a:lvl4pPr lvl="3">
              <a:lnSpc>
                <a:spcPct val="90000"/>
              </a:lnSpc>
              <a:spcBef>
                <a:spcPts val="0"/>
              </a:spcBef>
              <a:spcAft>
                <a:spcPts val="0"/>
              </a:spcAft>
              <a:buNone/>
              <a:defRPr sz="4200">
                <a:solidFill>
                  <a:schemeClr val="dk1"/>
                </a:solidFill>
              </a:defRPr>
            </a:lvl4pPr>
            <a:lvl5pPr lvl="4">
              <a:lnSpc>
                <a:spcPct val="90000"/>
              </a:lnSpc>
              <a:spcBef>
                <a:spcPts val="0"/>
              </a:spcBef>
              <a:spcAft>
                <a:spcPts val="0"/>
              </a:spcAft>
              <a:buNone/>
              <a:defRPr sz="4200">
                <a:solidFill>
                  <a:schemeClr val="dk1"/>
                </a:solidFill>
              </a:defRPr>
            </a:lvl5pPr>
            <a:lvl6pPr lvl="5">
              <a:lnSpc>
                <a:spcPct val="90000"/>
              </a:lnSpc>
              <a:spcBef>
                <a:spcPts val="0"/>
              </a:spcBef>
              <a:spcAft>
                <a:spcPts val="0"/>
              </a:spcAft>
              <a:buNone/>
              <a:defRPr sz="4200">
                <a:solidFill>
                  <a:schemeClr val="dk1"/>
                </a:solidFill>
              </a:defRPr>
            </a:lvl6pPr>
            <a:lvl7pPr lvl="6">
              <a:lnSpc>
                <a:spcPct val="90000"/>
              </a:lnSpc>
              <a:spcBef>
                <a:spcPts val="0"/>
              </a:spcBef>
              <a:spcAft>
                <a:spcPts val="0"/>
              </a:spcAft>
              <a:buNone/>
              <a:defRPr sz="4200">
                <a:solidFill>
                  <a:schemeClr val="dk1"/>
                </a:solidFill>
              </a:defRPr>
            </a:lvl7pPr>
            <a:lvl8pPr lvl="7">
              <a:lnSpc>
                <a:spcPct val="90000"/>
              </a:lnSpc>
              <a:spcBef>
                <a:spcPts val="0"/>
              </a:spcBef>
              <a:spcAft>
                <a:spcPts val="0"/>
              </a:spcAft>
              <a:buNone/>
              <a:defRPr sz="4200">
                <a:solidFill>
                  <a:schemeClr val="dk1"/>
                </a:solidFill>
              </a:defRPr>
            </a:lvl8pPr>
            <a:lvl9pPr lvl="8">
              <a:lnSpc>
                <a:spcPct val="90000"/>
              </a:lnSpc>
              <a:spcBef>
                <a:spcPts val="0"/>
              </a:spcBef>
              <a:spcAft>
                <a:spcPts val="0"/>
              </a:spcAft>
              <a:buNone/>
              <a:defRPr sz="4200">
                <a:solidFill>
                  <a:schemeClr val="dk1"/>
                </a:solidFill>
              </a:defRPr>
            </a:lvl9pPr>
          </a:lstStyle>
          <a:p/>
        </p:txBody>
      </p:sp>
      <p:sp>
        <p:nvSpPr>
          <p:cNvPr id="408" name="Google Shape;408;p45"/>
          <p:cNvSpPr txBox="1"/>
          <p:nvPr>
            <p:ph idx="1" type="subTitle"/>
          </p:nvPr>
        </p:nvSpPr>
        <p:spPr>
          <a:xfrm>
            <a:off x="451475" y="3776250"/>
            <a:ext cx="4163100" cy="426900"/>
          </a:xfrm>
          <a:prstGeom prst="rect">
            <a:avLst/>
          </a:prstGeom>
        </p:spPr>
        <p:txBody>
          <a:bodyPr anchorCtr="0" anchor="t" bIns="0" lIns="0" spcFirstLastPara="1" rIns="0" wrap="square" tIns="0">
            <a:noAutofit/>
          </a:bodyPr>
          <a:lstStyle>
            <a:lvl1pPr lvl="0">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1pPr>
            <a:lvl2pPr lvl="1">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2pPr>
            <a:lvl3pPr lvl="2">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3pPr>
            <a:lvl4pPr lvl="3">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4pPr>
            <a:lvl5pPr lvl="4">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5pPr>
            <a:lvl6pPr lvl="5">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6pPr>
            <a:lvl7pPr lvl="6">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7pPr>
            <a:lvl8pPr lvl="7">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8pPr>
            <a:lvl9pPr lvl="8">
              <a:spcBef>
                <a:spcPts val="0"/>
              </a:spcBef>
              <a:spcAft>
                <a:spcPts val="0"/>
              </a:spcAft>
              <a:buClr>
                <a:schemeClr val="accent2"/>
              </a:buClr>
              <a:buSzPts val="1500"/>
              <a:buFont typeface="DM Sans"/>
              <a:buNone/>
              <a:defRPr sz="1500">
                <a:solidFill>
                  <a:schemeClr val="accent2"/>
                </a:solidFill>
                <a:latin typeface="DM Sans"/>
                <a:ea typeface="DM Sans"/>
                <a:cs typeface="DM Sans"/>
                <a:sym typeface="DM Sans"/>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409" name="Shape 409"/>
        <p:cNvGrpSpPr/>
        <p:nvPr/>
      </p:nvGrpSpPr>
      <p:grpSpPr>
        <a:xfrm>
          <a:off x="0" y="0"/>
          <a:ext cx="0" cy="0"/>
          <a:chOff x="0" y="0"/>
          <a:chExt cx="0" cy="0"/>
        </a:xfrm>
      </p:grpSpPr>
      <p:sp>
        <p:nvSpPr>
          <p:cNvPr id="410" name="Google Shape;410;p4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411" name="Google Shape;411;p4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412" name="Shape 412"/>
        <p:cNvGrpSpPr/>
        <p:nvPr/>
      </p:nvGrpSpPr>
      <p:grpSpPr>
        <a:xfrm>
          <a:off x="0" y="0"/>
          <a:ext cx="0" cy="0"/>
          <a:chOff x="0" y="0"/>
          <a:chExt cx="0" cy="0"/>
        </a:xfrm>
      </p:grpSpPr>
      <p:sp>
        <p:nvSpPr>
          <p:cNvPr id="413" name="Google Shape;413;p4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414" name="Shape 414"/>
        <p:cNvGrpSpPr/>
        <p:nvPr/>
      </p:nvGrpSpPr>
      <p:grpSpPr>
        <a:xfrm>
          <a:off x="0" y="0"/>
          <a:ext cx="0" cy="0"/>
          <a:chOff x="0" y="0"/>
          <a:chExt cx="0" cy="0"/>
        </a:xfrm>
      </p:grpSpPr>
      <p:sp>
        <p:nvSpPr>
          <p:cNvPr id="415" name="Google Shape;415;p4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6" name="Google Shape;416;p4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417" name="Shape 417"/>
        <p:cNvGrpSpPr/>
        <p:nvPr/>
      </p:nvGrpSpPr>
      <p:grpSpPr>
        <a:xfrm>
          <a:off x="0" y="0"/>
          <a:ext cx="0" cy="0"/>
          <a:chOff x="0" y="0"/>
          <a:chExt cx="0" cy="0"/>
        </a:xfrm>
      </p:grpSpPr>
      <p:sp>
        <p:nvSpPr>
          <p:cNvPr id="418" name="Google Shape;418;p4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19" name="Google Shape;419;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20" name="Google Shape;420;p49"/>
          <p:cNvSpPr txBox="1"/>
          <p:nvPr>
            <p:ph idx="2" type="body"/>
          </p:nvPr>
        </p:nvSpPr>
        <p:spPr>
          <a:xfrm>
            <a:off x="4832400" y="1152475"/>
            <a:ext cx="3999900" cy="34164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421" name="Shape 421"/>
        <p:cNvGrpSpPr/>
        <p:nvPr/>
      </p:nvGrpSpPr>
      <p:grpSpPr>
        <a:xfrm>
          <a:off x="0" y="0"/>
          <a:ext cx="0" cy="0"/>
          <a:chOff x="0" y="0"/>
          <a:chExt cx="0" cy="0"/>
        </a:xfrm>
      </p:grpSpPr>
      <p:sp>
        <p:nvSpPr>
          <p:cNvPr id="422" name="Google Shape;422;p5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423" name="Shape 423"/>
        <p:cNvGrpSpPr/>
        <p:nvPr/>
      </p:nvGrpSpPr>
      <p:grpSpPr>
        <a:xfrm>
          <a:off x="0" y="0"/>
          <a:ext cx="0" cy="0"/>
          <a:chOff x="0" y="0"/>
          <a:chExt cx="0" cy="0"/>
        </a:xfrm>
      </p:grpSpPr>
      <p:sp>
        <p:nvSpPr>
          <p:cNvPr id="424" name="Google Shape;424;p5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5" name="Google Shape;425;p5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426" name="Shape 426"/>
        <p:cNvGrpSpPr/>
        <p:nvPr/>
      </p:nvGrpSpPr>
      <p:grpSpPr>
        <a:xfrm>
          <a:off x="0" y="0"/>
          <a:ext cx="0" cy="0"/>
          <a:chOff x="0" y="0"/>
          <a:chExt cx="0" cy="0"/>
        </a:xfrm>
      </p:grpSpPr>
      <p:sp>
        <p:nvSpPr>
          <p:cNvPr id="427" name="Google Shape;427;p5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428" name="Shape 428"/>
        <p:cNvGrpSpPr/>
        <p:nvPr/>
      </p:nvGrpSpPr>
      <p:grpSpPr>
        <a:xfrm>
          <a:off x="0" y="0"/>
          <a:ext cx="0" cy="0"/>
          <a:chOff x="0" y="0"/>
          <a:chExt cx="0" cy="0"/>
        </a:xfrm>
      </p:grpSpPr>
      <p:sp>
        <p:nvSpPr>
          <p:cNvPr id="429" name="Google Shape;429;p5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0" name="Google Shape;430;p5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431" name="Google Shape;431;p5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432" name="Shape 432"/>
        <p:cNvGrpSpPr/>
        <p:nvPr/>
      </p:nvGrpSpPr>
      <p:grpSpPr>
        <a:xfrm>
          <a:off x="0" y="0"/>
          <a:ext cx="0" cy="0"/>
          <a:chOff x="0" y="0"/>
          <a:chExt cx="0" cy="0"/>
        </a:xfrm>
      </p:grpSpPr>
      <p:sp>
        <p:nvSpPr>
          <p:cNvPr id="433" name="Google Shape;433;p5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434" name="Shape 434"/>
        <p:cNvGrpSpPr/>
        <p:nvPr/>
      </p:nvGrpSpPr>
      <p:grpSpPr>
        <a:xfrm>
          <a:off x="0" y="0"/>
          <a:ext cx="0" cy="0"/>
          <a:chOff x="0" y="0"/>
          <a:chExt cx="0" cy="0"/>
        </a:xfrm>
      </p:grpSpPr>
      <p:sp>
        <p:nvSpPr>
          <p:cNvPr id="435" name="Google Shape;435;p5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36" name="Google Shape;436;p5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37" name="Shape 437"/>
        <p:cNvGrpSpPr/>
        <p:nvPr/>
      </p:nvGrpSpPr>
      <p:grpSpPr>
        <a:xfrm>
          <a:off x="0" y="0"/>
          <a:ext cx="0" cy="0"/>
          <a:chOff x="0" y="0"/>
          <a:chExt cx="0" cy="0"/>
        </a:xfrm>
      </p:grpSpPr>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438" name="Shape 438"/>
        <p:cNvGrpSpPr/>
        <p:nvPr/>
      </p:nvGrpSpPr>
      <p:grpSpPr>
        <a:xfrm>
          <a:off x="0" y="0"/>
          <a:ext cx="0" cy="0"/>
          <a:chOff x="0" y="0"/>
          <a:chExt cx="0" cy="0"/>
        </a:xfrm>
      </p:grpSpPr>
      <p:sp>
        <p:nvSpPr>
          <p:cNvPr id="439" name="Google Shape;439;p57"/>
          <p:cNvSpPr txBox="1"/>
          <p:nvPr>
            <p:ph type="title"/>
          </p:nvPr>
        </p:nvSpPr>
        <p:spPr>
          <a:xfrm>
            <a:off x="677325" y="1832775"/>
            <a:ext cx="3217200" cy="1484100"/>
          </a:xfrm>
          <a:prstGeom prst="rect">
            <a:avLst/>
          </a:prstGeom>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0" name="Google Shape;440;p5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1" name="Google Shape;441;p5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2" name="Google Shape;442;p5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3" name="Google Shape;443;p5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4" name="Google Shape;444;p5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45" name="Google Shape;445;p5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446" name="Shape 446"/>
        <p:cNvGrpSpPr/>
        <p:nvPr/>
      </p:nvGrpSpPr>
      <p:grpSpPr>
        <a:xfrm>
          <a:off x="0" y="0"/>
          <a:ext cx="0" cy="0"/>
          <a:chOff x="0" y="0"/>
          <a:chExt cx="0" cy="0"/>
        </a:xfrm>
      </p:grpSpPr>
      <p:sp>
        <p:nvSpPr>
          <p:cNvPr id="447" name="Google Shape;447;p5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8" name="Google Shape;448;p58"/>
          <p:cNvSpPr txBox="1"/>
          <p:nvPr>
            <p:ph idx="1" type="body"/>
          </p:nvPr>
        </p:nvSpPr>
        <p:spPr>
          <a:xfrm>
            <a:off x="311700" y="1152475"/>
            <a:ext cx="4473900" cy="34164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49" name="Google Shape;449;p5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450" name="Shape 450"/>
        <p:cNvGrpSpPr/>
        <p:nvPr/>
      </p:nvGrpSpPr>
      <p:grpSpPr>
        <a:xfrm>
          <a:off x="0" y="0"/>
          <a:ext cx="0" cy="0"/>
          <a:chOff x="0" y="0"/>
          <a:chExt cx="0" cy="0"/>
        </a:xfrm>
      </p:grpSpPr>
      <p:sp>
        <p:nvSpPr>
          <p:cNvPr id="451" name="Google Shape;451;p59"/>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52" name="Google Shape;452;p59"/>
          <p:cNvSpPr txBox="1"/>
          <p:nvPr>
            <p:ph idx="1" type="body"/>
          </p:nvPr>
        </p:nvSpPr>
        <p:spPr>
          <a:xfrm>
            <a:off x="483150" y="2237788"/>
            <a:ext cx="36198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3" name="Google Shape;453;p5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4" name="Google Shape;454;p5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55" name="Google Shape;455;p5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456" name="Shape 456"/>
        <p:cNvGrpSpPr/>
        <p:nvPr/>
      </p:nvGrpSpPr>
      <p:grpSpPr>
        <a:xfrm>
          <a:off x="0" y="0"/>
          <a:ext cx="0" cy="0"/>
          <a:chOff x="0" y="0"/>
          <a:chExt cx="0" cy="0"/>
        </a:xfrm>
      </p:grpSpPr>
      <p:sp>
        <p:nvSpPr>
          <p:cNvPr id="457" name="Google Shape;457;p60"/>
          <p:cNvSpPr txBox="1"/>
          <p:nvPr>
            <p:ph idx="1" type="body"/>
          </p:nvPr>
        </p:nvSpPr>
        <p:spPr>
          <a:xfrm>
            <a:off x="483175" y="2417500"/>
            <a:ext cx="2455500" cy="23736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58" name="Google Shape;458;p6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59" name="Google Shape;459;p60"/>
          <p:cNvSpPr txBox="1"/>
          <p:nvPr>
            <p:ph type="title"/>
          </p:nvPr>
        </p:nvSpPr>
        <p:spPr>
          <a:xfrm>
            <a:off x="483175"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60" name="Google Shape;460;p6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1" name="Google Shape;461;p6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2" name="Google Shape;462;p6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63" name="Google Shape;463;p6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464" name="Shape 464"/>
        <p:cNvGrpSpPr/>
        <p:nvPr/>
      </p:nvGrpSpPr>
      <p:grpSpPr>
        <a:xfrm>
          <a:off x="0" y="0"/>
          <a:ext cx="0" cy="0"/>
          <a:chOff x="0" y="0"/>
          <a:chExt cx="0" cy="0"/>
        </a:xfrm>
      </p:grpSpPr>
      <p:sp>
        <p:nvSpPr>
          <p:cNvPr id="465" name="Google Shape;465;p61"/>
          <p:cNvSpPr txBox="1"/>
          <p:nvPr>
            <p:ph idx="1" type="body"/>
          </p:nvPr>
        </p:nvSpPr>
        <p:spPr>
          <a:xfrm>
            <a:off x="366725" y="1759093"/>
            <a:ext cx="3838500" cy="1138500"/>
          </a:xfrm>
          <a:prstGeom prst="rect">
            <a:avLst/>
          </a:prstGeom>
        </p:spPr>
        <p:txBody>
          <a:bodyPr anchorCtr="0" anchor="t" bIns="91425" lIns="91425" spcFirstLastPara="1" rIns="91425" wrap="square" tIns="91425">
            <a:spAutoFit/>
          </a:bodyPr>
          <a:lstStyle>
            <a:lvl1pPr indent="-317500" lvl="0" marL="457200">
              <a:spcBef>
                <a:spcPts val="0"/>
              </a:spcBef>
              <a:spcAft>
                <a:spcPts val="0"/>
              </a:spcAft>
              <a:buSzPts val="1400"/>
              <a:buChar char="●"/>
              <a:defRPr sz="1400"/>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66" name="Google Shape;466;p6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7" name="Google Shape;467;p6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8" name="Google Shape;468;p6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69" name="Google Shape;469;p61"/>
          <p:cNvSpPr txBox="1"/>
          <p:nvPr>
            <p:ph type="title"/>
          </p:nvPr>
        </p:nvSpPr>
        <p:spPr>
          <a:xfrm>
            <a:off x="366750" y="450025"/>
            <a:ext cx="8184600" cy="758100"/>
          </a:xfrm>
          <a:prstGeom prst="rect">
            <a:avLst/>
          </a:prstGeom>
        </p:spPr>
        <p:txBody>
          <a:bodyPr anchorCtr="0" anchor="ctr"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470" name="Google Shape;470;p6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1" name="Google Shape;471;p6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2" name="Google Shape;472;p6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473" name="Google Shape;473;p6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474" name="Shape 474"/>
        <p:cNvGrpSpPr/>
        <p:nvPr/>
      </p:nvGrpSpPr>
      <p:grpSpPr>
        <a:xfrm>
          <a:off x="0" y="0"/>
          <a:ext cx="0" cy="0"/>
          <a:chOff x="0" y="0"/>
          <a:chExt cx="0" cy="0"/>
        </a:xfrm>
      </p:grpSpPr>
      <p:sp>
        <p:nvSpPr>
          <p:cNvPr id="475" name="Google Shape;475;p6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6" name="Google Shape;476;p6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477" name="Shape 477"/>
        <p:cNvGrpSpPr/>
        <p:nvPr/>
      </p:nvGrpSpPr>
      <p:grpSpPr>
        <a:xfrm>
          <a:off x="0" y="0"/>
          <a:ext cx="0" cy="0"/>
          <a:chOff x="0" y="0"/>
          <a:chExt cx="0" cy="0"/>
        </a:xfrm>
      </p:grpSpPr>
      <p:sp>
        <p:nvSpPr>
          <p:cNvPr id="478" name="Google Shape;478;p63"/>
          <p:cNvSpPr txBox="1"/>
          <p:nvPr>
            <p:ph idx="1" type="body"/>
          </p:nvPr>
        </p:nvSpPr>
        <p:spPr>
          <a:xfrm>
            <a:off x="311700" y="4080225"/>
            <a:ext cx="4027500" cy="9261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79" name="Google Shape;479;p63"/>
          <p:cNvSpPr/>
          <p:nvPr>
            <p:ph idx="2" type="pic"/>
          </p:nvPr>
        </p:nvSpPr>
        <p:spPr>
          <a:xfrm>
            <a:off x="4804825" y="1133300"/>
            <a:ext cx="4027500" cy="2392800"/>
          </a:xfrm>
          <a:prstGeom prst="rect">
            <a:avLst/>
          </a:prstGeom>
          <a:noFill/>
          <a:ln>
            <a:noFill/>
          </a:ln>
        </p:spPr>
      </p:sp>
      <p:sp>
        <p:nvSpPr>
          <p:cNvPr id="480" name="Google Shape;480;p63"/>
          <p:cNvSpPr/>
          <p:nvPr>
            <p:ph idx="3" type="pic"/>
          </p:nvPr>
        </p:nvSpPr>
        <p:spPr>
          <a:xfrm>
            <a:off x="311725" y="1133300"/>
            <a:ext cx="4027500" cy="2392800"/>
          </a:xfrm>
          <a:prstGeom prst="rect">
            <a:avLst/>
          </a:prstGeom>
          <a:noFill/>
          <a:ln>
            <a:noFill/>
          </a:ln>
        </p:spPr>
      </p:sp>
      <p:sp>
        <p:nvSpPr>
          <p:cNvPr id="481" name="Google Shape;481;p6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82" name="Google Shape;482;p6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3" name="Google Shape;483;p6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84" name="Google Shape;484;p6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485" name="Shape 485"/>
        <p:cNvGrpSpPr/>
        <p:nvPr/>
      </p:nvGrpSpPr>
      <p:grpSpPr>
        <a:xfrm>
          <a:off x="0" y="0"/>
          <a:ext cx="0" cy="0"/>
          <a:chOff x="0" y="0"/>
          <a:chExt cx="0" cy="0"/>
        </a:xfrm>
      </p:grpSpPr>
      <p:sp>
        <p:nvSpPr>
          <p:cNvPr id="486" name="Google Shape;486;p64"/>
          <p:cNvSpPr txBox="1"/>
          <p:nvPr>
            <p:ph idx="1" type="body"/>
          </p:nvPr>
        </p:nvSpPr>
        <p:spPr>
          <a:xfrm>
            <a:off x="311700" y="3911700"/>
            <a:ext cx="2627100" cy="1018500"/>
          </a:xfrm>
          <a:prstGeom prst="rect">
            <a:avLst/>
          </a:prstGeom>
        </p:spPr>
        <p:txBody>
          <a:bodyPr anchorCtr="0" anchor="t" bIns="91425" lIns="91425" spcFirstLastPara="1" rIns="91425" wrap="square" tIns="91425">
            <a:spAutoFit/>
          </a:bodyPr>
          <a:lstStyle>
            <a:lvl1pPr indent="-304800" lvl="0" marL="457200">
              <a:spcBef>
                <a:spcPts val="0"/>
              </a:spcBef>
              <a:spcAft>
                <a:spcPts val="0"/>
              </a:spcAft>
              <a:buSzPts val="1200"/>
              <a:buChar char="●"/>
              <a:defRPr/>
            </a:lvl1pPr>
            <a:lvl2pPr indent="-304800" lvl="1" marL="914400">
              <a:spcBef>
                <a:spcPts val="800"/>
              </a:spcBef>
              <a:spcAft>
                <a:spcPts val="0"/>
              </a:spcAft>
              <a:buSzPts val="1200"/>
              <a:buChar char="○"/>
              <a:defRPr/>
            </a:lvl2pPr>
            <a:lvl3pPr indent="-304800" lvl="2" marL="1371600">
              <a:spcBef>
                <a:spcPts val="800"/>
              </a:spcBef>
              <a:spcAft>
                <a:spcPts val="0"/>
              </a:spcAft>
              <a:buSzPts val="1200"/>
              <a:buChar char="■"/>
              <a:defRPr/>
            </a:lvl3pPr>
            <a:lvl4pPr indent="-304800" lvl="3" marL="1828800">
              <a:spcBef>
                <a:spcPts val="800"/>
              </a:spcBef>
              <a:spcAft>
                <a:spcPts val="0"/>
              </a:spcAft>
              <a:buSzPts val="1200"/>
              <a:buChar char="●"/>
              <a:defRPr/>
            </a:lvl4pPr>
            <a:lvl5pPr indent="-304800" lvl="4" marL="2286000">
              <a:spcBef>
                <a:spcPts val="800"/>
              </a:spcBef>
              <a:spcAft>
                <a:spcPts val="0"/>
              </a:spcAft>
              <a:buSzPts val="1200"/>
              <a:buChar char="○"/>
              <a:defRPr/>
            </a:lvl5pPr>
            <a:lvl6pPr indent="-304800" lvl="5" marL="2743200">
              <a:spcBef>
                <a:spcPts val="800"/>
              </a:spcBef>
              <a:spcAft>
                <a:spcPts val="0"/>
              </a:spcAft>
              <a:buSzPts val="1200"/>
              <a:buChar char="■"/>
              <a:defRPr/>
            </a:lvl6pPr>
            <a:lvl7pPr indent="-304800" lvl="6" marL="3200400">
              <a:spcBef>
                <a:spcPts val="800"/>
              </a:spcBef>
              <a:spcAft>
                <a:spcPts val="0"/>
              </a:spcAft>
              <a:buSzPts val="1200"/>
              <a:buChar char="●"/>
              <a:defRPr/>
            </a:lvl7pPr>
            <a:lvl8pPr indent="-304800" lvl="7" marL="3657600">
              <a:spcBef>
                <a:spcPts val="800"/>
              </a:spcBef>
              <a:spcAft>
                <a:spcPts val="0"/>
              </a:spcAft>
              <a:buSzPts val="1200"/>
              <a:buChar char="○"/>
              <a:defRPr/>
            </a:lvl8pPr>
            <a:lvl9pPr indent="-304800" lvl="8" marL="4114800">
              <a:spcBef>
                <a:spcPts val="800"/>
              </a:spcBef>
              <a:spcAft>
                <a:spcPts val="800"/>
              </a:spcAft>
              <a:buSzPts val="1200"/>
              <a:buChar char="■"/>
              <a:defRPr/>
            </a:lvl9pPr>
          </a:lstStyle>
          <a:p/>
        </p:txBody>
      </p:sp>
      <p:sp>
        <p:nvSpPr>
          <p:cNvPr id="487" name="Google Shape;487;p64"/>
          <p:cNvSpPr/>
          <p:nvPr>
            <p:ph idx="2" type="pic"/>
          </p:nvPr>
        </p:nvSpPr>
        <p:spPr>
          <a:xfrm>
            <a:off x="6205225" y="1128325"/>
            <a:ext cx="2627100" cy="2273100"/>
          </a:xfrm>
          <a:prstGeom prst="rect">
            <a:avLst/>
          </a:prstGeom>
          <a:noFill/>
          <a:ln>
            <a:noFill/>
          </a:ln>
        </p:spPr>
      </p:sp>
      <p:sp>
        <p:nvSpPr>
          <p:cNvPr id="488" name="Google Shape;488;p64"/>
          <p:cNvSpPr/>
          <p:nvPr>
            <p:ph idx="3" type="pic"/>
          </p:nvPr>
        </p:nvSpPr>
        <p:spPr>
          <a:xfrm>
            <a:off x="311725" y="1128325"/>
            <a:ext cx="2627100" cy="2273100"/>
          </a:xfrm>
          <a:prstGeom prst="rect">
            <a:avLst/>
          </a:prstGeom>
          <a:noFill/>
          <a:ln>
            <a:noFill/>
          </a:ln>
        </p:spPr>
      </p:sp>
      <p:sp>
        <p:nvSpPr>
          <p:cNvPr id="489" name="Google Shape;489;p6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0" name="Google Shape;490;p64"/>
          <p:cNvSpPr/>
          <p:nvPr>
            <p:ph idx="5" type="pic"/>
          </p:nvPr>
        </p:nvSpPr>
        <p:spPr>
          <a:xfrm>
            <a:off x="3255250" y="1128325"/>
            <a:ext cx="2627100" cy="2273100"/>
          </a:xfrm>
          <a:prstGeom prst="rect">
            <a:avLst/>
          </a:prstGeom>
          <a:noFill/>
          <a:ln>
            <a:noFill/>
          </a:ln>
        </p:spPr>
      </p:sp>
      <p:sp>
        <p:nvSpPr>
          <p:cNvPr id="491" name="Google Shape;491;p6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492" name="Google Shape;492;p6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3" name="Google Shape;493;p6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4" name="Google Shape;494;p6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495" name="Google Shape;495;p6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496" name="Shape 496"/>
        <p:cNvGrpSpPr/>
        <p:nvPr/>
      </p:nvGrpSpPr>
      <p:grpSpPr>
        <a:xfrm>
          <a:off x="0" y="0"/>
          <a:ext cx="0" cy="0"/>
          <a:chOff x="0" y="0"/>
          <a:chExt cx="0" cy="0"/>
        </a:xfrm>
      </p:grpSpPr>
      <p:sp>
        <p:nvSpPr>
          <p:cNvPr id="497" name="Google Shape;497;p6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498" name="Shape 498"/>
        <p:cNvGrpSpPr/>
        <p:nvPr/>
      </p:nvGrpSpPr>
      <p:grpSpPr>
        <a:xfrm>
          <a:off x="0" y="0"/>
          <a:ext cx="0" cy="0"/>
          <a:chOff x="0" y="0"/>
          <a:chExt cx="0" cy="0"/>
        </a:xfrm>
      </p:grpSpPr>
      <p:sp>
        <p:nvSpPr>
          <p:cNvPr id="499" name="Google Shape;499;p66"/>
          <p:cNvSpPr/>
          <p:nvPr>
            <p:ph idx="2" type="pic"/>
          </p:nvPr>
        </p:nvSpPr>
        <p:spPr>
          <a:xfrm>
            <a:off x="3389600" y="118913"/>
            <a:ext cx="1643700" cy="1535100"/>
          </a:xfrm>
          <a:prstGeom prst="rect">
            <a:avLst/>
          </a:prstGeom>
          <a:noFill/>
          <a:ln>
            <a:noFill/>
          </a:ln>
        </p:spPr>
      </p:sp>
      <p:sp>
        <p:nvSpPr>
          <p:cNvPr id="500" name="Google Shape;500;p66"/>
          <p:cNvSpPr/>
          <p:nvPr>
            <p:ph idx="3" type="pic"/>
          </p:nvPr>
        </p:nvSpPr>
        <p:spPr>
          <a:xfrm>
            <a:off x="5195935" y="118913"/>
            <a:ext cx="1643700" cy="1535100"/>
          </a:xfrm>
          <a:prstGeom prst="rect">
            <a:avLst/>
          </a:prstGeom>
          <a:noFill/>
          <a:ln>
            <a:noFill/>
          </a:ln>
        </p:spPr>
      </p:sp>
      <p:sp>
        <p:nvSpPr>
          <p:cNvPr id="501" name="Google Shape;501;p66"/>
          <p:cNvSpPr/>
          <p:nvPr>
            <p:ph idx="4" type="pic"/>
          </p:nvPr>
        </p:nvSpPr>
        <p:spPr>
          <a:xfrm>
            <a:off x="7002270" y="118913"/>
            <a:ext cx="1643700" cy="1535100"/>
          </a:xfrm>
          <a:prstGeom prst="rect">
            <a:avLst/>
          </a:prstGeom>
          <a:noFill/>
          <a:ln>
            <a:noFill/>
          </a:ln>
        </p:spPr>
      </p:sp>
      <p:sp>
        <p:nvSpPr>
          <p:cNvPr id="502" name="Google Shape;502;p66"/>
          <p:cNvSpPr/>
          <p:nvPr>
            <p:ph idx="5" type="pic"/>
          </p:nvPr>
        </p:nvSpPr>
        <p:spPr>
          <a:xfrm>
            <a:off x="3389588" y="1804212"/>
            <a:ext cx="1643700" cy="1535100"/>
          </a:xfrm>
          <a:prstGeom prst="rect">
            <a:avLst/>
          </a:prstGeom>
          <a:noFill/>
          <a:ln>
            <a:noFill/>
          </a:ln>
        </p:spPr>
      </p:sp>
      <p:sp>
        <p:nvSpPr>
          <p:cNvPr id="503" name="Google Shape;503;p66"/>
          <p:cNvSpPr/>
          <p:nvPr>
            <p:ph idx="6" type="pic"/>
          </p:nvPr>
        </p:nvSpPr>
        <p:spPr>
          <a:xfrm>
            <a:off x="5195922" y="1804212"/>
            <a:ext cx="1643700" cy="1535100"/>
          </a:xfrm>
          <a:prstGeom prst="rect">
            <a:avLst/>
          </a:prstGeom>
          <a:noFill/>
          <a:ln>
            <a:noFill/>
          </a:ln>
        </p:spPr>
      </p:sp>
      <p:sp>
        <p:nvSpPr>
          <p:cNvPr id="504" name="Google Shape;504;p66"/>
          <p:cNvSpPr/>
          <p:nvPr>
            <p:ph idx="7" type="pic"/>
          </p:nvPr>
        </p:nvSpPr>
        <p:spPr>
          <a:xfrm>
            <a:off x="7002257" y="1804212"/>
            <a:ext cx="1643700" cy="1535100"/>
          </a:xfrm>
          <a:prstGeom prst="rect">
            <a:avLst/>
          </a:prstGeom>
          <a:noFill/>
          <a:ln>
            <a:noFill/>
          </a:ln>
        </p:spPr>
      </p:sp>
      <p:sp>
        <p:nvSpPr>
          <p:cNvPr id="505" name="Google Shape;505;p66"/>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3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6" name="Google Shape;506;p66"/>
          <p:cNvSpPr/>
          <p:nvPr>
            <p:ph idx="8" type="pic"/>
          </p:nvPr>
        </p:nvSpPr>
        <p:spPr>
          <a:xfrm>
            <a:off x="3389588" y="3489487"/>
            <a:ext cx="1643700" cy="1535100"/>
          </a:xfrm>
          <a:prstGeom prst="rect">
            <a:avLst/>
          </a:prstGeom>
          <a:noFill/>
          <a:ln>
            <a:noFill/>
          </a:ln>
        </p:spPr>
      </p:sp>
      <p:sp>
        <p:nvSpPr>
          <p:cNvPr id="507" name="Google Shape;507;p66"/>
          <p:cNvSpPr/>
          <p:nvPr>
            <p:ph idx="9" type="pic"/>
          </p:nvPr>
        </p:nvSpPr>
        <p:spPr>
          <a:xfrm>
            <a:off x="5195922" y="3489487"/>
            <a:ext cx="1643700" cy="1535100"/>
          </a:xfrm>
          <a:prstGeom prst="rect">
            <a:avLst/>
          </a:prstGeom>
          <a:noFill/>
          <a:ln>
            <a:noFill/>
          </a:ln>
        </p:spPr>
      </p:sp>
      <p:sp>
        <p:nvSpPr>
          <p:cNvPr id="508" name="Google Shape;508;p6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1" Type="http://schemas.openxmlformats.org/officeDocument/2006/relationships/slideLayout" Target="../slideLayouts/slideLayout62.xml"/><Relationship Id="rId50" Type="http://schemas.openxmlformats.org/officeDocument/2006/relationships/slideLayout" Target="../slideLayouts/slideLayout61.xml"/><Relationship Id="rId53" Type="http://schemas.openxmlformats.org/officeDocument/2006/relationships/slideLayout" Target="../slideLayouts/slideLayout64.xml"/><Relationship Id="rId52" Type="http://schemas.openxmlformats.org/officeDocument/2006/relationships/slideLayout" Target="../slideLayouts/slideLayout6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54" Type="http://schemas.openxmlformats.org/officeDocument/2006/relationships/theme" Target="../theme/theme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361850" y="2004025"/>
            <a:ext cx="5627400" cy="2547300"/>
          </a:xfrm>
          <a:prstGeom prst="rect">
            <a:avLst/>
          </a:prstGeom>
          <a:noFill/>
          <a:ln>
            <a:noFill/>
          </a:ln>
        </p:spPr>
        <p:txBody>
          <a:bodyPr anchorCtr="0" anchor="t" bIns="91425" lIns="91425" spcFirstLastPara="1" rIns="91425" wrap="square" tIns="91425">
            <a:spAutoFit/>
          </a:bodyPr>
          <a:lstStyle>
            <a:lvl1pPr indent="-304800" lvl="0" marL="457200">
              <a:lnSpc>
                <a:spcPct val="115000"/>
              </a:lnSpc>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lnSpc>
                <a:spcPct val="115000"/>
              </a:lnSpc>
              <a:spcBef>
                <a:spcPts val="80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lnSpc>
                <a:spcPct val="115000"/>
              </a:lnSpc>
              <a:spcBef>
                <a:spcPts val="800"/>
              </a:spcBef>
              <a:spcAft>
                <a:spcPts val="80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
        <p:nvSpPr>
          <p:cNvPr id="52" name="Google Shape;52;p13"/>
          <p:cNvSpPr txBox="1"/>
          <p:nvPr>
            <p:ph type="title"/>
          </p:nvPr>
        </p:nvSpPr>
        <p:spPr>
          <a:xfrm>
            <a:off x="438150" y="524575"/>
            <a:ext cx="5433000" cy="9036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3000"/>
              <a:buFont typeface="Newsreader"/>
              <a:buNone/>
              <a:defRPr sz="3000">
                <a:solidFill>
                  <a:schemeClr val="lt1"/>
                </a:solidFill>
                <a:latin typeface="Newsreader"/>
                <a:ea typeface="Newsreader"/>
                <a:cs typeface="Newsreader"/>
                <a:sym typeface="Newsreader"/>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13"/>
          <p:cNvSpPr txBox="1"/>
          <p:nvPr>
            <p:ph idx="2" type="body"/>
          </p:nvPr>
        </p:nvSpPr>
        <p:spPr>
          <a:xfrm>
            <a:off x="4700200" y="1614100"/>
            <a:ext cx="3756600" cy="25473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1pPr>
            <a:lvl2pPr indent="-304800" lvl="1" marL="914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2pPr>
            <a:lvl3pPr indent="-304800" lvl="2" marL="1371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3pPr>
            <a:lvl4pPr indent="-304800" lvl="3" marL="1828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4pPr>
            <a:lvl5pPr indent="-304800" lvl="4" marL="22860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5pPr>
            <a:lvl6pPr indent="-304800" lvl="5" marL="27432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6pPr>
            <a:lvl7pPr indent="-304800" lvl="6" marL="32004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7pPr>
            <a:lvl8pPr indent="-304800" lvl="7" marL="36576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8pPr>
            <a:lvl9pPr indent="-304800" lvl="8" marL="4114800">
              <a:spcBef>
                <a:spcPts val="0"/>
              </a:spcBef>
              <a:spcAft>
                <a:spcPts val="0"/>
              </a:spcAft>
              <a:buClr>
                <a:schemeClr val="lt1"/>
              </a:buClr>
              <a:buSzPts val="1200"/>
              <a:buFont typeface="DM Sans"/>
              <a:buChar char="■"/>
              <a:defRPr sz="1200">
                <a:solidFill>
                  <a:schemeClr val="lt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 id="2147483708" r:id="rId50"/>
    <p:sldLayoutId id="2147483709" r:id="rId51"/>
    <p:sldLayoutId id="2147483710" r:id="rId52"/>
    <p:sldLayoutId id="2147483711"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29">
          <p15:clr>
            <a:srgbClr val="E46962"/>
          </p15:clr>
        </p15:guide>
        <p15:guide id="2" orient="horz" pos="233">
          <p15:clr>
            <a:srgbClr val="E46962"/>
          </p15:clr>
        </p15:guide>
        <p15:guide id="3" orient="horz" pos="3011">
          <p15:clr>
            <a:srgbClr val="E46962"/>
          </p15:clr>
        </p15:guide>
        <p15:guide id="4" pos="2850">
          <p15:clr>
            <a:srgbClr val="E46962"/>
          </p15:clr>
        </p15:guide>
        <p15:guide id="5" pos="2910">
          <p15:clr>
            <a:srgbClr val="E46962"/>
          </p15:clr>
        </p15:guide>
        <p15:guide id="6" pos="1468">
          <p15:clr>
            <a:srgbClr val="E46962"/>
          </p15:clr>
        </p15:guide>
        <p15:guide id="7" pos="1527">
          <p15:clr>
            <a:srgbClr val="E46962"/>
          </p15:clr>
        </p15:guide>
        <p15:guide id="8" pos="4226">
          <p15:clr>
            <a:srgbClr val="E46962"/>
          </p15:clr>
        </p15:guide>
        <p15:guide id="9" pos="4285">
          <p15:clr>
            <a:srgbClr val="E46962"/>
          </p15:clr>
        </p15:guide>
        <p15:guide id="10" pos="3773">
          <p15:clr>
            <a:srgbClr val="E46962"/>
          </p15:clr>
        </p15:guide>
        <p15:guide id="11" pos="3830">
          <p15:clr>
            <a:srgbClr val="E46962"/>
          </p15:clr>
        </p15:guide>
        <p15:guide id="12" pos="1930">
          <p15:clr>
            <a:srgbClr val="E46962"/>
          </p15:clr>
        </p15:guide>
        <p15:guide id="13" pos="1987">
          <p15:clr>
            <a:srgbClr val="E46962"/>
          </p15:clr>
        </p15:guide>
        <p15:guide id="14" orient="horz" pos="2867">
          <p15:clr>
            <a:srgbClr val="E46962"/>
          </p15:clr>
        </p15:guide>
        <p15:guide id="15" orient="horz" pos="1135">
          <p15:clr>
            <a:srgbClr val="E46962"/>
          </p15:clr>
        </p15:guide>
        <p15:guide id="16" orient="horz" pos="1194">
          <p15:clr>
            <a:srgbClr val="E46962"/>
          </p15:clr>
        </p15:guide>
        <p15:guide id="17" orient="horz" pos="2043">
          <p15:clr>
            <a:srgbClr val="E46962"/>
          </p15:clr>
        </p15:guide>
        <p15:guide id="18" orient="horz" pos="2103">
          <p15:clr>
            <a:srgbClr val="E46962"/>
          </p15:clr>
        </p15:guide>
        <p15:guide id="19" pos="228">
          <p15:clr>
            <a:srgbClr val="E46962"/>
          </p15:clr>
        </p15:guide>
        <p15:guide id="20" orient="horz" pos="6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4.png"/><Relationship Id="rId6"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2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7"/>
          <p:cNvSpPr txBox="1"/>
          <p:nvPr>
            <p:ph type="title"/>
          </p:nvPr>
        </p:nvSpPr>
        <p:spPr>
          <a:xfrm>
            <a:off x="361975" y="923525"/>
            <a:ext cx="3860100" cy="12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ASTROSAGE</a:t>
            </a:r>
            <a:endParaRPr sz="4800"/>
          </a:p>
          <a:p>
            <a:pPr indent="0" lvl="0" marL="0" rtl="0" algn="l">
              <a:spcBef>
                <a:spcPts val="0"/>
              </a:spcBef>
              <a:spcAft>
                <a:spcPts val="0"/>
              </a:spcAft>
              <a:buNone/>
            </a:pPr>
            <a:r>
              <a:rPr lang="en" sz="4800"/>
              <a:t>ANALYSIS</a:t>
            </a:r>
            <a:endParaRPr sz="4800"/>
          </a:p>
        </p:txBody>
      </p:sp>
      <p:sp>
        <p:nvSpPr>
          <p:cNvPr id="514" name="Google Shape;514;p67"/>
          <p:cNvSpPr txBox="1"/>
          <p:nvPr>
            <p:ph idx="3" type="body"/>
          </p:nvPr>
        </p:nvSpPr>
        <p:spPr>
          <a:xfrm>
            <a:off x="361975" y="2710272"/>
            <a:ext cx="3492600" cy="1522200"/>
          </a:xfrm>
          <a:prstGeom prst="rect">
            <a:avLst/>
          </a:prstGeom>
          <a:solidFill>
            <a:schemeClr val="lt1"/>
          </a:solidFill>
        </p:spPr>
        <p:txBody>
          <a:bodyPr anchorCtr="0" anchor="b" bIns="91425" lIns="91425" spcFirstLastPara="1" rIns="91425" wrap="square" tIns="91425">
            <a:spAutoFit/>
          </a:bodyPr>
          <a:lstStyle/>
          <a:p>
            <a:pPr indent="0" lvl="0" marL="0" rtl="0" algn="ctr">
              <a:spcBef>
                <a:spcPts val="0"/>
              </a:spcBef>
              <a:spcAft>
                <a:spcPts val="0"/>
              </a:spcAft>
              <a:buNone/>
            </a:pPr>
            <a:r>
              <a:rPr lang="en" sz="1100">
                <a:latin typeface="Arial"/>
                <a:ea typeface="Arial"/>
                <a:cs typeface="Arial"/>
                <a:sym typeface="Arial"/>
              </a:rPr>
              <a:t>This business provides online astrological consultations, personalized astrology services, and astrological research. They feature a team of expert astrologers for personalized guidance. Services include horoscope predictions, AI-powered astrology, birth charts, and compatibility reports.</a:t>
            </a:r>
            <a:endParaRPr sz="1100">
              <a:latin typeface="Arial"/>
              <a:ea typeface="Arial"/>
              <a:cs typeface="Arial"/>
              <a:sym typeface="Arial"/>
            </a:endParaRPr>
          </a:p>
          <a:p>
            <a:pPr indent="0" lvl="0" marL="0" rtl="0" algn="ctr">
              <a:spcBef>
                <a:spcPts val="0"/>
              </a:spcBef>
              <a:spcAft>
                <a:spcPts val="0"/>
              </a:spcAft>
              <a:buNone/>
            </a:pPr>
            <a:r>
              <a:t/>
            </a:r>
            <a:endParaRPr sz="1100">
              <a:highlight>
                <a:srgbClr val="1F1F1F"/>
              </a:highlight>
              <a:latin typeface="Arial"/>
              <a:ea typeface="Arial"/>
              <a:cs typeface="Arial"/>
              <a:sym typeface="Arial"/>
            </a:endParaRPr>
          </a:p>
        </p:txBody>
      </p:sp>
      <p:pic>
        <p:nvPicPr>
          <p:cNvPr id="515" name="Google Shape;515;p67"/>
          <p:cNvPicPr preferRelativeResize="0"/>
          <p:nvPr/>
        </p:nvPicPr>
        <p:blipFill rotWithShape="1">
          <a:blip r:embed="rId3">
            <a:alphaModFix/>
          </a:blip>
          <a:srcRect b="-20404" l="2097" r="-3899" t="-12786"/>
          <a:stretch/>
        </p:blipFill>
        <p:spPr>
          <a:xfrm>
            <a:off x="5209588" y="825438"/>
            <a:ext cx="3186425" cy="3492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8"/>
          <p:cNvSpPr txBox="1"/>
          <p:nvPr>
            <p:ph type="title"/>
          </p:nvPr>
        </p:nvSpPr>
        <p:spPr>
          <a:xfrm>
            <a:off x="361975" y="166474"/>
            <a:ext cx="5718600" cy="415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3000"/>
              <a:t>Data Overview</a:t>
            </a:r>
            <a:endParaRPr sz="3000"/>
          </a:p>
        </p:txBody>
      </p:sp>
      <p:sp>
        <p:nvSpPr>
          <p:cNvPr id="521" name="Google Shape;521;p68"/>
          <p:cNvSpPr txBox="1"/>
          <p:nvPr/>
        </p:nvSpPr>
        <p:spPr>
          <a:xfrm>
            <a:off x="495050" y="720950"/>
            <a:ext cx="8191800" cy="4233000"/>
          </a:xfrm>
          <a:prstGeom prst="rect">
            <a:avLst/>
          </a:prstGeom>
          <a:solidFill>
            <a:schemeClr val="lt1"/>
          </a:solidFill>
          <a:ln>
            <a:noFill/>
          </a:ln>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Char char="●"/>
            </a:pPr>
            <a:r>
              <a:rPr b="1" lang="en" sz="1100">
                <a:solidFill>
                  <a:schemeClr val="dk1"/>
                </a:solidFill>
              </a:rPr>
              <a:t>createdAT</a:t>
            </a:r>
            <a:r>
              <a:rPr lang="en" sz="1100">
                <a:solidFill>
                  <a:schemeClr val="dk1"/>
                </a:solidFill>
              </a:rPr>
              <a:t>: Timestamp when the session was created. Used to analyze trends over time.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consultation Type</a:t>
            </a:r>
            <a:r>
              <a:rPr lang="en" sz="1100">
                <a:solidFill>
                  <a:schemeClr val="dk1"/>
                </a:solidFill>
              </a:rPr>
              <a:t>: Type of session (e.g., Chat or Call). Helps identify usage patterns.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guruName</a:t>
            </a:r>
            <a:r>
              <a:rPr lang="en" sz="1100">
                <a:solidFill>
                  <a:schemeClr val="dk1"/>
                </a:solidFill>
              </a:rPr>
              <a:t>: Name of the astrologer who handled the session. Used to evaluate agent performance.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chatStatus / callStatus</a:t>
            </a:r>
            <a:r>
              <a:rPr lang="en" sz="1100">
                <a:solidFill>
                  <a:schemeClr val="dk1"/>
                </a:solidFill>
              </a:rPr>
              <a:t>: Indicates whether the session was completed, failed, or incomplete.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user / uid</a:t>
            </a:r>
            <a:r>
              <a:rPr lang="en" sz="1100">
                <a:solidFill>
                  <a:schemeClr val="dk1"/>
                </a:solidFill>
              </a:rPr>
              <a:t>: Unique ID for each customer. Used to track repeat users.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CallSid</a:t>
            </a:r>
            <a:r>
              <a:rPr lang="en" sz="1100">
                <a:solidFill>
                  <a:schemeClr val="dk1"/>
                </a:solidFill>
              </a:rPr>
              <a:t>: Unique identifier for each call. Helps in counting total calls.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amount</a:t>
            </a:r>
            <a:r>
              <a:rPr lang="en" sz="1100">
                <a:solidFill>
                  <a:schemeClr val="dk1"/>
                </a:solidFill>
              </a:rPr>
              <a:t>: Amount paid by the user for the session. Important for revenue analysis.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astrologers Earnings</a:t>
            </a:r>
            <a:r>
              <a:rPr lang="en" sz="1100">
                <a:solidFill>
                  <a:schemeClr val="dk1"/>
                </a:solidFill>
              </a:rPr>
              <a:t>: Amount earned by the astrologer. Used to compare earnings vs. performance.</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net Amount</a:t>
            </a:r>
            <a:r>
              <a:rPr lang="en" sz="1100">
                <a:solidFill>
                  <a:schemeClr val="dk1"/>
                </a:solidFill>
              </a:rPr>
              <a:t>: Company’s profit from the session after deductions.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rating</a:t>
            </a:r>
            <a:r>
              <a:rPr lang="en" sz="1100">
                <a:solidFill>
                  <a:schemeClr val="dk1"/>
                </a:solidFill>
              </a:rPr>
              <a:t>: User satisfaction score based on the session. Crucial for quality analysis.</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region</a:t>
            </a:r>
            <a:r>
              <a:rPr lang="en" sz="1100">
                <a:solidFill>
                  <a:schemeClr val="dk1"/>
                </a:solidFill>
              </a:rPr>
              <a:t>: User’s location. Helps in regional performance or targeting.</a:t>
            </a:r>
            <a:br>
              <a:rPr lang="en" sz="1100">
                <a:solidFill>
                  <a:schemeClr val="dk1"/>
                </a:solidFill>
              </a:rPr>
            </a:br>
            <a:endParaRPr sz="1100">
              <a:solidFill>
                <a:schemeClr val="dk1"/>
              </a:solidFill>
            </a:endParaRPr>
          </a:p>
          <a:p>
            <a:pPr indent="-298450" lvl="0" marL="457200" rtl="0" algn="l">
              <a:spcBef>
                <a:spcPts val="0"/>
              </a:spcBef>
              <a:spcAft>
                <a:spcPts val="0"/>
              </a:spcAft>
              <a:buClr>
                <a:schemeClr val="dk1"/>
              </a:buClr>
              <a:buSzPts val="1100"/>
              <a:buChar char="●"/>
            </a:pPr>
            <a:r>
              <a:rPr b="1" lang="en" sz="1100">
                <a:solidFill>
                  <a:schemeClr val="dk1"/>
                </a:solidFill>
              </a:rPr>
              <a:t>chat Seconds</a:t>
            </a:r>
            <a:r>
              <a:rPr b="1" lang="en" sz="1100">
                <a:solidFill>
                  <a:schemeClr val="dk1"/>
                </a:solidFill>
              </a:rPr>
              <a:t> / </a:t>
            </a:r>
            <a:r>
              <a:rPr b="1" lang="en" sz="1100">
                <a:solidFill>
                  <a:schemeClr val="dk1"/>
                </a:solidFill>
              </a:rPr>
              <a:t>user Call Duration</a:t>
            </a:r>
            <a:r>
              <a:rPr lang="en" sz="1100">
                <a:solidFill>
                  <a:schemeClr val="dk1"/>
                </a:solidFill>
              </a:rPr>
              <a:t>: Duration of the session in seconds. Used for performance and efficiency analysis.</a:t>
            </a:r>
            <a:endParaRPr sz="1200">
              <a:solidFill>
                <a:schemeClr val="dk1"/>
              </a:solidFill>
            </a:endParaRPr>
          </a:p>
          <a:p>
            <a:pPr indent="0" lvl="0" marL="0" rtl="0" algn="l">
              <a:spcBef>
                <a:spcPts val="0"/>
              </a:spcBef>
              <a:spcAft>
                <a:spcPts val="0"/>
              </a:spcAft>
              <a:buNone/>
            </a:pPr>
            <a:r>
              <a:t/>
            </a:r>
            <a:endParaRPr b="1" sz="1000">
              <a:solidFill>
                <a:schemeClr val="dk1"/>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69"/>
          <p:cNvSpPr txBox="1"/>
          <p:nvPr/>
        </p:nvSpPr>
        <p:spPr>
          <a:xfrm>
            <a:off x="595900" y="317550"/>
            <a:ext cx="7978500" cy="32787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t/>
            </a:r>
            <a:endParaRPr b="1" sz="2400" u="sng">
              <a:solidFill>
                <a:schemeClr val="dk1"/>
              </a:solidFill>
              <a:latin typeface="Newsreader"/>
              <a:ea typeface="Newsreader"/>
              <a:cs typeface="Newsreader"/>
              <a:sym typeface="Newsreader"/>
            </a:endParaRPr>
          </a:p>
          <a:p>
            <a:pPr indent="0" lvl="0" marL="0" rtl="0" algn="ctr">
              <a:lnSpc>
                <a:spcPct val="150000"/>
              </a:lnSpc>
              <a:spcBef>
                <a:spcPts val="0"/>
              </a:spcBef>
              <a:spcAft>
                <a:spcPts val="0"/>
              </a:spcAft>
              <a:buNone/>
            </a:pPr>
            <a:r>
              <a:rPr b="1" lang="en" sz="2400" u="sng">
                <a:solidFill>
                  <a:schemeClr val="dk1"/>
                </a:solidFill>
                <a:latin typeface="Newsreader"/>
                <a:ea typeface="Newsreader"/>
                <a:cs typeface="Newsreader"/>
                <a:sym typeface="Newsreader"/>
              </a:rPr>
              <a:t>Problem Statement</a:t>
            </a:r>
            <a:endParaRPr b="1" sz="1800">
              <a:solidFill>
                <a:schemeClr val="dk1"/>
              </a:solidFill>
              <a:latin typeface="Lato"/>
              <a:ea typeface="Lato"/>
              <a:cs typeface="Lato"/>
              <a:sym typeface="Lato"/>
            </a:endParaRPr>
          </a:p>
          <a:p>
            <a:pPr indent="0" lvl="0" marL="0" rtl="0" algn="ctr">
              <a:lnSpc>
                <a:spcPct val="150000"/>
              </a:lnSpc>
              <a:spcBef>
                <a:spcPts val="0"/>
              </a:spcBef>
              <a:spcAft>
                <a:spcPts val="0"/>
              </a:spcAft>
              <a:buClr>
                <a:srgbClr val="000000"/>
              </a:buClr>
              <a:buSzPts val="1800"/>
              <a:buFont typeface="Arial"/>
              <a:buNone/>
            </a:pPr>
            <a:r>
              <a:t/>
            </a:r>
            <a:endParaRPr b="1" sz="1800">
              <a:solidFill>
                <a:schemeClr val="dk1"/>
              </a:solidFill>
              <a:latin typeface="Lato"/>
              <a:ea typeface="Lato"/>
              <a:cs typeface="Lato"/>
              <a:sym typeface="Lato"/>
            </a:endParaRPr>
          </a:p>
          <a:p>
            <a:pPr indent="0" lvl="0" marL="0" rtl="0" algn="l">
              <a:spcBef>
                <a:spcPts val="0"/>
              </a:spcBef>
              <a:spcAft>
                <a:spcPts val="0"/>
              </a:spcAft>
              <a:buClr>
                <a:srgbClr val="000000"/>
              </a:buClr>
              <a:buSzPts val="1800"/>
              <a:buFont typeface="Arial"/>
              <a:buNone/>
            </a:pPr>
            <a:r>
              <a:rPr lang="en" sz="1800">
                <a:solidFill>
                  <a:schemeClr val="dk1"/>
                </a:solidFill>
                <a:latin typeface="Newsreader"/>
                <a:ea typeface="Newsreader"/>
                <a:cs typeface="Newsreader"/>
                <a:sym typeface="Newsreader"/>
              </a:rPr>
              <a:t>AstroSage has received a 1 crore investment and aims to optimize its call center operations. The goal is to determine how to allocate this investment to maximize operational efficiency, customer satisfaction, and profitability. The analysis will consider historical call data, performance metrics, and market trends to make informed decisions.</a:t>
            </a:r>
            <a:endParaRPr sz="1800">
              <a:solidFill>
                <a:schemeClr val="dk1"/>
              </a:solidFill>
              <a:latin typeface="Newsreader"/>
              <a:ea typeface="Newsreader"/>
              <a:cs typeface="Newsreader"/>
              <a:sym typeface="Newsreader"/>
            </a:endParaRPr>
          </a:p>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70"/>
          <p:cNvSpPr txBox="1"/>
          <p:nvPr/>
        </p:nvSpPr>
        <p:spPr>
          <a:xfrm>
            <a:off x="2702625" y="369300"/>
            <a:ext cx="31824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rgbClr val="000000"/>
              </a:buClr>
              <a:buFont typeface="Arial"/>
              <a:buNone/>
            </a:pPr>
            <a:r>
              <a:rPr b="1" lang="en" sz="3000">
                <a:solidFill>
                  <a:schemeClr val="dk1"/>
                </a:solidFill>
                <a:latin typeface="Quattrocento Sans"/>
                <a:ea typeface="Quattrocento Sans"/>
                <a:cs typeface="Quattrocento Sans"/>
                <a:sym typeface="Quattrocento Sans"/>
              </a:rPr>
              <a:t>OBJECTIVES </a:t>
            </a:r>
            <a:endParaRPr sz="3000">
              <a:solidFill>
                <a:schemeClr val="dk1"/>
              </a:solidFill>
              <a:latin typeface="DM Sans"/>
              <a:ea typeface="DM Sans"/>
              <a:cs typeface="DM Sans"/>
              <a:sym typeface="DM Sans"/>
            </a:endParaRPr>
          </a:p>
        </p:txBody>
      </p:sp>
      <p:sp>
        <p:nvSpPr>
          <p:cNvPr id="532" name="Google Shape;532;p70"/>
          <p:cNvSpPr txBox="1"/>
          <p:nvPr/>
        </p:nvSpPr>
        <p:spPr>
          <a:xfrm>
            <a:off x="685550" y="1135575"/>
            <a:ext cx="7384800" cy="3694200"/>
          </a:xfrm>
          <a:prstGeom prst="rect">
            <a:avLst/>
          </a:prstGeom>
          <a:noFill/>
          <a:ln>
            <a:noFill/>
          </a:ln>
        </p:spPr>
        <p:txBody>
          <a:bodyPr anchorCtr="0" anchor="t" bIns="91425" lIns="91425" spcFirstLastPara="1" rIns="91425" wrap="square" tIns="91425">
            <a:spAutoFit/>
          </a:bodyPr>
          <a:lstStyle/>
          <a:p>
            <a:pPr indent="-342900" lvl="0" marL="457200" rtl="0" algn="just">
              <a:spcBef>
                <a:spcPts val="0"/>
              </a:spcBef>
              <a:spcAft>
                <a:spcPts val="0"/>
              </a:spcAft>
              <a:buClr>
                <a:schemeClr val="accent6"/>
              </a:buClr>
              <a:buSzPts val="1800"/>
              <a:buFont typeface="Newsreader"/>
              <a:buChar char="●"/>
            </a:pPr>
            <a:r>
              <a:rPr lang="en" sz="1800">
                <a:solidFill>
                  <a:schemeClr val="accent6"/>
                </a:solidFill>
                <a:latin typeface="Newsreader"/>
                <a:ea typeface="Newsreader"/>
                <a:cs typeface="Newsreader"/>
                <a:sym typeface="Newsreader"/>
              </a:rPr>
              <a:t>The primary goal is to provide a comprehensive and data-driven view to stakeholders.</a:t>
            </a:r>
            <a:endParaRPr sz="1800">
              <a:solidFill>
                <a:schemeClr val="accent6"/>
              </a:solidFill>
              <a:latin typeface="Newsreader"/>
              <a:ea typeface="Newsreader"/>
              <a:cs typeface="Newsreader"/>
              <a:sym typeface="Newsreader"/>
            </a:endParaRPr>
          </a:p>
          <a:p>
            <a:pPr indent="0" lvl="0" marL="457200" rtl="0" algn="just">
              <a:spcBef>
                <a:spcPts val="0"/>
              </a:spcBef>
              <a:spcAft>
                <a:spcPts val="0"/>
              </a:spcAft>
              <a:buNone/>
            </a:pPr>
            <a:r>
              <a:t/>
            </a:r>
            <a:endParaRPr sz="1800">
              <a:solidFill>
                <a:schemeClr val="accent6"/>
              </a:solidFill>
              <a:latin typeface="Newsreader"/>
              <a:ea typeface="Newsreader"/>
              <a:cs typeface="Newsreader"/>
              <a:sym typeface="Newsreader"/>
            </a:endParaRPr>
          </a:p>
          <a:p>
            <a:pPr indent="-342900" lvl="0" marL="457200" rtl="0" algn="just">
              <a:spcBef>
                <a:spcPts val="0"/>
              </a:spcBef>
              <a:spcAft>
                <a:spcPts val="0"/>
              </a:spcAft>
              <a:buClr>
                <a:schemeClr val="accent6"/>
              </a:buClr>
              <a:buSzPts val="1800"/>
              <a:buFont typeface="Newsreader"/>
              <a:buChar char="●"/>
            </a:pPr>
            <a:r>
              <a:rPr lang="en" sz="1800">
                <a:solidFill>
                  <a:schemeClr val="accent6"/>
                </a:solidFill>
                <a:latin typeface="Newsreader"/>
                <a:ea typeface="Newsreader"/>
                <a:cs typeface="Newsreader"/>
                <a:sym typeface="Newsreader"/>
              </a:rPr>
              <a:t>The primary goal is to provide a comprehensive and data-driven view to stakeholders.</a:t>
            </a:r>
            <a:endParaRPr sz="1800">
              <a:solidFill>
                <a:schemeClr val="accent6"/>
              </a:solidFill>
              <a:latin typeface="Newsreader"/>
              <a:ea typeface="Newsreader"/>
              <a:cs typeface="Newsreader"/>
              <a:sym typeface="Newsreader"/>
            </a:endParaRPr>
          </a:p>
          <a:p>
            <a:pPr indent="0" lvl="0" marL="457200" rtl="0" algn="just">
              <a:spcBef>
                <a:spcPts val="0"/>
              </a:spcBef>
              <a:spcAft>
                <a:spcPts val="0"/>
              </a:spcAft>
              <a:buNone/>
            </a:pPr>
            <a:r>
              <a:t/>
            </a:r>
            <a:endParaRPr sz="1800">
              <a:solidFill>
                <a:schemeClr val="accent6"/>
              </a:solidFill>
              <a:latin typeface="Newsreader"/>
              <a:ea typeface="Newsreader"/>
              <a:cs typeface="Newsreader"/>
              <a:sym typeface="Newsreader"/>
            </a:endParaRPr>
          </a:p>
          <a:p>
            <a:pPr indent="-342900" lvl="0" marL="457200" rtl="0" algn="just">
              <a:spcBef>
                <a:spcPts val="0"/>
              </a:spcBef>
              <a:spcAft>
                <a:spcPts val="0"/>
              </a:spcAft>
              <a:buClr>
                <a:schemeClr val="accent6"/>
              </a:buClr>
              <a:buSzPts val="1800"/>
              <a:buFont typeface="Newsreader"/>
              <a:buChar char="●"/>
            </a:pPr>
            <a:r>
              <a:rPr lang="en" sz="1800">
                <a:solidFill>
                  <a:schemeClr val="accent6"/>
                </a:solidFill>
                <a:latin typeface="Newsreader"/>
                <a:ea typeface="Newsreader"/>
                <a:cs typeface="Newsreader"/>
                <a:sym typeface="Newsreader"/>
              </a:rPr>
              <a:t>The primary goal is to provide a comprehensive and data-driven view to stakeholders.</a:t>
            </a:r>
            <a:endParaRPr sz="1800">
              <a:solidFill>
                <a:schemeClr val="accent6"/>
              </a:solidFill>
              <a:latin typeface="Newsreader"/>
              <a:ea typeface="Newsreader"/>
              <a:cs typeface="Newsreader"/>
              <a:sym typeface="Newsreader"/>
            </a:endParaRPr>
          </a:p>
          <a:p>
            <a:pPr indent="0" lvl="0" marL="457200" rtl="0" algn="just">
              <a:spcBef>
                <a:spcPts val="0"/>
              </a:spcBef>
              <a:spcAft>
                <a:spcPts val="0"/>
              </a:spcAft>
              <a:buNone/>
            </a:pPr>
            <a:r>
              <a:t/>
            </a:r>
            <a:endParaRPr sz="1800">
              <a:solidFill>
                <a:schemeClr val="accent6"/>
              </a:solidFill>
              <a:latin typeface="Newsreader"/>
              <a:ea typeface="Newsreader"/>
              <a:cs typeface="Newsreader"/>
              <a:sym typeface="Newsreader"/>
            </a:endParaRPr>
          </a:p>
          <a:p>
            <a:pPr indent="-342900" lvl="0" marL="457200" rtl="0" algn="just">
              <a:spcBef>
                <a:spcPts val="0"/>
              </a:spcBef>
              <a:spcAft>
                <a:spcPts val="0"/>
              </a:spcAft>
              <a:buClr>
                <a:schemeClr val="accent6"/>
              </a:buClr>
              <a:buSzPts val="1800"/>
              <a:buFont typeface="Newsreader"/>
              <a:buChar char="●"/>
            </a:pPr>
            <a:r>
              <a:rPr lang="en" sz="1800">
                <a:solidFill>
                  <a:schemeClr val="accent6"/>
                </a:solidFill>
                <a:latin typeface="Newsreader"/>
                <a:ea typeface="Newsreader"/>
                <a:cs typeface="Newsreader"/>
                <a:sym typeface="Newsreader"/>
              </a:rPr>
              <a:t>The primary goal is to provide a comprehensive and data-driven view to stakeholders.</a:t>
            </a:r>
            <a:endParaRPr sz="1800">
              <a:solidFill>
                <a:schemeClr val="accent6"/>
              </a:solidFill>
              <a:latin typeface="Newsreader"/>
              <a:ea typeface="Newsreader"/>
              <a:cs typeface="Newsreader"/>
              <a:sym typeface="Newsreader"/>
            </a:endParaRPr>
          </a:p>
          <a:p>
            <a:pPr indent="0" lvl="0" marL="457200" rtl="0" algn="just">
              <a:spcBef>
                <a:spcPts val="0"/>
              </a:spcBef>
              <a:spcAft>
                <a:spcPts val="0"/>
              </a:spcAft>
              <a:buNone/>
            </a:pPr>
            <a:r>
              <a:t/>
            </a:r>
            <a:endParaRPr b="1" sz="1800">
              <a:solidFill>
                <a:schemeClr val="accent6"/>
              </a:solidFill>
              <a:latin typeface="Newsreader"/>
              <a:ea typeface="Newsreader"/>
              <a:cs typeface="Newsreader"/>
              <a:sym typeface="Newsreader"/>
            </a:endParaRPr>
          </a:p>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1"/>
          <p:cNvSpPr txBox="1"/>
          <p:nvPr/>
        </p:nvSpPr>
        <p:spPr>
          <a:xfrm>
            <a:off x="2534525" y="339950"/>
            <a:ext cx="41745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2400">
                <a:solidFill>
                  <a:srgbClr val="EFEFEF"/>
                </a:solidFill>
                <a:latin typeface="Newsreader"/>
                <a:ea typeface="Newsreader"/>
                <a:cs typeface="Newsreader"/>
                <a:sym typeface="Newsreader"/>
              </a:rPr>
              <a:t>METHODOLOGY </a:t>
            </a:r>
            <a:endParaRPr b="1" sz="2400">
              <a:solidFill>
                <a:srgbClr val="EFEFEF"/>
              </a:solidFill>
              <a:latin typeface="Newsreader"/>
              <a:ea typeface="Newsreader"/>
              <a:cs typeface="Newsreader"/>
              <a:sym typeface="Newsreader"/>
            </a:endParaRPr>
          </a:p>
        </p:txBody>
      </p:sp>
      <p:grpSp>
        <p:nvGrpSpPr>
          <p:cNvPr descr="This image is an icon of three people interacting. " id="538" name="Google Shape;538;p71"/>
          <p:cNvGrpSpPr/>
          <p:nvPr/>
        </p:nvGrpSpPr>
        <p:grpSpPr>
          <a:xfrm>
            <a:off x="1180269" y="972110"/>
            <a:ext cx="795172" cy="829399"/>
            <a:chOff x="3438525" y="2143125"/>
            <a:chExt cx="1397000" cy="1397000"/>
          </a:xfrm>
        </p:grpSpPr>
        <p:sp>
          <p:nvSpPr>
            <p:cNvPr id="539" name="Google Shape;539;p71"/>
            <p:cNvSpPr/>
            <p:nvPr/>
          </p:nvSpPr>
          <p:spPr>
            <a:xfrm>
              <a:off x="3438525" y="2143125"/>
              <a:ext cx="1397000" cy="1397000"/>
            </a:xfrm>
            <a:custGeom>
              <a:rect b="b" l="l" r="r" t="t"/>
              <a:pathLst>
                <a:path extrusionOk="0" h="336" w="336">
                  <a:moveTo>
                    <a:pt x="276" y="276"/>
                  </a:moveTo>
                  <a:cubicBezTo>
                    <a:pt x="217" y="336"/>
                    <a:pt x="120" y="336"/>
                    <a:pt x="60" y="276"/>
                  </a:cubicBezTo>
                  <a:cubicBezTo>
                    <a:pt x="0" y="217"/>
                    <a:pt x="0" y="120"/>
                    <a:pt x="60" y="60"/>
                  </a:cubicBezTo>
                  <a:cubicBezTo>
                    <a:pt x="120" y="0"/>
                    <a:pt x="217" y="0"/>
                    <a:pt x="276" y="60"/>
                  </a:cubicBezTo>
                  <a:cubicBezTo>
                    <a:pt x="336" y="120"/>
                    <a:pt x="336" y="217"/>
                    <a:pt x="276" y="276"/>
                  </a:cubicBezTo>
                  <a:close/>
                </a:path>
              </a:pathLst>
            </a:custGeom>
            <a:gradFill>
              <a:gsLst>
                <a:gs pos="0">
                  <a:srgbClr val="7CEFD8"/>
                </a:gs>
                <a:gs pos="50000">
                  <a:srgbClr val="6672E4"/>
                </a:gs>
                <a:gs pos="100000">
                  <a:srgbClr val="882BE5"/>
                </a:gs>
              </a:gsLst>
              <a:lin ang="7799903"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40" name="Google Shape;540;p71"/>
            <p:cNvGrpSpPr/>
            <p:nvPr/>
          </p:nvGrpSpPr>
          <p:grpSpPr>
            <a:xfrm>
              <a:off x="3810438" y="2465043"/>
              <a:ext cx="613106" cy="674396"/>
              <a:chOff x="3398838" y="2895601"/>
              <a:chExt cx="346075" cy="346075"/>
            </a:xfrm>
          </p:grpSpPr>
          <p:sp>
            <p:nvSpPr>
              <p:cNvPr id="541" name="Google Shape;541;p71"/>
              <p:cNvSpPr/>
              <p:nvPr/>
            </p:nvSpPr>
            <p:spPr>
              <a:xfrm>
                <a:off x="3398838" y="2986089"/>
                <a:ext cx="82550" cy="58738"/>
              </a:xfrm>
              <a:custGeom>
                <a:rect b="b" l="l" r="r" t="t"/>
                <a:pathLst>
                  <a:path extrusionOk="0" h="16" w="22">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2" name="Google Shape;542;p71"/>
              <p:cNvSpPr/>
              <p:nvPr/>
            </p:nvSpPr>
            <p:spPr>
              <a:xfrm>
                <a:off x="3467101" y="2986089"/>
                <a:ext cx="82550" cy="58738"/>
              </a:xfrm>
              <a:custGeom>
                <a:rect b="b" l="l" r="r" t="t"/>
                <a:pathLst>
                  <a:path extrusionOk="0" h="16" w="22">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3" name="Google Shape;543;p71"/>
              <p:cNvSpPr/>
              <p:nvPr/>
            </p:nvSpPr>
            <p:spPr>
              <a:xfrm>
                <a:off x="3429001" y="2895601"/>
                <a:ext cx="90600" cy="96900"/>
              </a:xfrm>
              <a:prstGeom prst="ellipse">
                <a:avLst/>
              </a:pr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4" name="Google Shape;544;p71"/>
              <p:cNvSpPr/>
              <p:nvPr/>
            </p:nvSpPr>
            <p:spPr>
              <a:xfrm>
                <a:off x="3429001" y="2928939"/>
                <a:ext cx="90488" cy="14288"/>
              </a:xfrm>
              <a:custGeom>
                <a:rect b="b" l="l" r="r" t="t"/>
                <a:pathLst>
                  <a:path extrusionOk="0" h="4" w="24">
                    <a:moveTo>
                      <a:pt x="24" y="2"/>
                    </a:moveTo>
                    <a:cubicBezTo>
                      <a:pt x="22" y="4"/>
                      <a:pt x="16" y="4"/>
                      <a:pt x="14" y="0"/>
                    </a:cubicBezTo>
                    <a:cubicBezTo>
                      <a:pt x="10" y="4"/>
                      <a:pt x="3" y="4"/>
                      <a:pt x="0" y="1"/>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5" name="Google Shape;545;p71"/>
              <p:cNvSpPr/>
              <p:nvPr/>
            </p:nvSpPr>
            <p:spPr>
              <a:xfrm>
                <a:off x="3594101" y="2986089"/>
                <a:ext cx="82550" cy="58738"/>
              </a:xfrm>
              <a:custGeom>
                <a:rect b="b" l="l" r="r" t="t"/>
                <a:pathLst>
                  <a:path extrusionOk="0" h="16" w="22">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6" name="Google Shape;546;p71"/>
              <p:cNvSpPr/>
              <p:nvPr/>
            </p:nvSpPr>
            <p:spPr>
              <a:xfrm>
                <a:off x="3662363" y="2986089"/>
                <a:ext cx="82550" cy="58738"/>
              </a:xfrm>
              <a:custGeom>
                <a:rect b="b" l="l" r="r" t="t"/>
                <a:pathLst>
                  <a:path extrusionOk="0" h="16" w="22">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7" name="Google Shape;547;p71"/>
              <p:cNvSpPr/>
              <p:nvPr/>
            </p:nvSpPr>
            <p:spPr>
              <a:xfrm>
                <a:off x="3624263" y="2895601"/>
                <a:ext cx="90600" cy="96900"/>
              </a:xfrm>
              <a:prstGeom prst="ellipse">
                <a:avLst/>
              </a:pr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8" name="Google Shape;548;p71"/>
              <p:cNvSpPr/>
              <p:nvPr/>
            </p:nvSpPr>
            <p:spPr>
              <a:xfrm>
                <a:off x="3624263" y="2928939"/>
                <a:ext cx="90488" cy="14288"/>
              </a:xfrm>
              <a:custGeom>
                <a:rect b="b" l="l" r="r" t="t"/>
                <a:pathLst>
                  <a:path extrusionOk="0" h="4" w="24">
                    <a:moveTo>
                      <a:pt x="24" y="2"/>
                    </a:moveTo>
                    <a:cubicBezTo>
                      <a:pt x="22" y="4"/>
                      <a:pt x="16" y="4"/>
                      <a:pt x="14" y="0"/>
                    </a:cubicBezTo>
                    <a:cubicBezTo>
                      <a:pt x="10" y="4"/>
                      <a:pt x="3" y="4"/>
                      <a:pt x="0" y="1"/>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9" name="Google Shape;549;p71"/>
              <p:cNvSpPr/>
              <p:nvPr/>
            </p:nvSpPr>
            <p:spPr>
              <a:xfrm>
                <a:off x="3497263" y="3181351"/>
                <a:ext cx="82550" cy="60325"/>
              </a:xfrm>
              <a:custGeom>
                <a:rect b="b" l="l" r="r" t="t"/>
                <a:pathLst>
                  <a:path extrusionOk="0" h="16" w="22">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0" name="Google Shape;550;p71"/>
              <p:cNvSpPr/>
              <p:nvPr/>
            </p:nvSpPr>
            <p:spPr>
              <a:xfrm>
                <a:off x="3563938" y="3181351"/>
                <a:ext cx="82550" cy="60325"/>
              </a:xfrm>
              <a:custGeom>
                <a:rect b="b" l="l" r="r" t="t"/>
                <a:pathLst>
                  <a:path extrusionOk="0" h="16" w="22">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1" name="Google Shape;551;p71"/>
              <p:cNvSpPr/>
              <p:nvPr/>
            </p:nvSpPr>
            <p:spPr>
              <a:xfrm>
                <a:off x="3527426" y="3090864"/>
                <a:ext cx="88800" cy="96900"/>
              </a:xfrm>
              <a:prstGeom prst="ellipse">
                <a:avLst/>
              </a:pr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2" name="Google Shape;552;p71"/>
              <p:cNvSpPr/>
              <p:nvPr/>
            </p:nvSpPr>
            <p:spPr>
              <a:xfrm>
                <a:off x="3527426" y="3124201"/>
                <a:ext cx="88900" cy="15875"/>
              </a:xfrm>
              <a:custGeom>
                <a:rect b="b" l="l" r="r" t="t"/>
                <a:pathLst>
                  <a:path extrusionOk="0" h="4" w="24">
                    <a:moveTo>
                      <a:pt x="24" y="2"/>
                    </a:moveTo>
                    <a:cubicBezTo>
                      <a:pt x="22" y="4"/>
                      <a:pt x="16" y="4"/>
                      <a:pt x="14" y="0"/>
                    </a:cubicBezTo>
                    <a:cubicBezTo>
                      <a:pt x="10" y="4"/>
                      <a:pt x="3" y="4"/>
                      <a:pt x="0" y="1"/>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553" name="Google Shape;553;p71"/>
              <p:cNvCxnSpPr/>
              <p:nvPr/>
            </p:nvCxnSpPr>
            <p:spPr>
              <a:xfrm>
                <a:off x="3451226" y="3074989"/>
                <a:ext cx="38100" cy="38100"/>
              </a:xfrm>
              <a:prstGeom prst="straightConnector1">
                <a:avLst/>
              </a:prstGeom>
              <a:noFill/>
              <a:ln cap="rnd" cmpd="sng" w="14275">
                <a:solidFill>
                  <a:srgbClr val="FFFFFF"/>
                </a:solidFill>
                <a:prstDash val="solid"/>
                <a:round/>
                <a:headEnd len="med" w="med" type="none"/>
                <a:tailEnd len="med" w="med" type="none"/>
              </a:ln>
            </p:spPr>
          </p:cxnSp>
          <p:cxnSp>
            <p:nvCxnSpPr>
              <p:cNvPr id="554" name="Google Shape;554;p71"/>
              <p:cNvCxnSpPr/>
              <p:nvPr/>
            </p:nvCxnSpPr>
            <p:spPr>
              <a:xfrm flipH="1">
                <a:off x="3654426" y="3074989"/>
                <a:ext cx="38100" cy="38100"/>
              </a:xfrm>
              <a:prstGeom prst="straightConnector1">
                <a:avLst/>
              </a:prstGeom>
              <a:noFill/>
              <a:ln cap="rnd" cmpd="sng" w="14275">
                <a:solidFill>
                  <a:srgbClr val="FFFFFF"/>
                </a:solidFill>
                <a:prstDash val="solid"/>
                <a:round/>
                <a:headEnd len="med" w="med" type="none"/>
                <a:tailEnd len="med" w="med" type="none"/>
              </a:ln>
            </p:spPr>
          </p:cxnSp>
        </p:grpSp>
      </p:grpSp>
      <p:grpSp>
        <p:nvGrpSpPr>
          <p:cNvPr descr="This image is an icon of three people and a globe. " id="555" name="Google Shape;555;p71"/>
          <p:cNvGrpSpPr/>
          <p:nvPr/>
        </p:nvGrpSpPr>
        <p:grpSpPr>
          <a:xfrm>
            <a:off x="2864229" y="2757293"/>
            <a:ext cx="734280" cy="764302"/>
            <a:chOff x="2690812" y="4162425"/>
            <a:chExt cx="1271700" cy="1273200"/>
          </a:xfrm>
        </p:grpSpPr>
        <p:sp>
          <p:nvSpPr>
            <p:cNvPr id="556" name="Google Shape;556;p71"/>
            <p:cNvSpPr/>
            <p:nvPr/>
          </p:nvSpPr>
          <p:spPr>
            <a:xfrm>
              <a:off x="2690812" y="4162425"/>
              <a:ext cx="1271700" cy="1273200"/>
            </a:xfrm>
            <a:prstGeom prst="ellipse">
              <a:avLst/>
            </a:prstGeom>
            <a:gradFill>
              <a:gsLst>
                <a:gs pos="0">
                  <a:srgbClr val="7CEFD8"/>
                </a:gs>
                <a:gs pos="50000">
                  <a:srgbClr val="6672E4"/>
                </a:gs>
                <a:gs pos="100000">
                  <a:srgbClr val="882BE5"/>
                </a:gs>
              </a:gsLst>
              <a:lin ang="7799903"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7" name="Google Shape;557;p71"/>
            <p:cNvGrpSpPr/>
            <p:nvPr/>
          </p:nvGrpSpPr>
          <p:grpSpPr>
            <a:xfrm>
              <a:off x="3011541" y="4426273"/>
              <a:ext cx="610295" cy="674396"/>
              <a:chOff x="4841875" y="2895601"/>
              <a:chExt cx="344488" cy="346075"/>
            </a:xfrm>
          </p:grpSpPr>
          <p:sp>
            <p:nvSpPr>
              <p:cNvPr id="558" name="Google Shape;558;p71"/>
              <p:cNvSpPr/>
              <p:nvPr/>
            </p:nvSpPr>
            <p:spPr>
              <a:xfrm>
                <a:off x="4916488" y="2895601"/>
                <a:ext cx="195263" cy="195263"/>
              </a:xfrm>
              <a:custGeom>
                <a:rect b="b" l="l" r="r" t="t"/>
                <a:pathLst>
                  <a:path extrusionOk="0" h="52" w="52">
                    <a:moveTo>
                      <a:pt x="52" y="26"/>
                    </a:moveTo>
                    <a:cubicBezTo>
                      <a:pt x="52" y="40"/>
                      <a:pt x="40" y="52"/>
                      <a:pt x="26" y="52"/>
                    </a:cubicBezTo>
                    <a:cubicBezTo>
                      <a:pt x="12" y="52"/>
                      <a:pt x="0" y="40"/>
                      <a:pt x="0" y="25"/>
                    </a:cubicBezTo>
                    <a:cubicBezTo>
                      <a:pt x="0" y="11"/>
                      <a:pt x="11" y="1"/>
                      <a:pt x="25" y="0"/>
                    </a:cubicBezTo>
                    <a:cubicBezTo>
                      <a:pt x="25" y="0"/>
                      <a:pt x="26" y="0"/>
                      <a:pt x="26" y="0"/>
                    </a:cubicBezTo>
                    <a:cubicBezTo>
                      <a:pt x="40" y="0"/>
                      <a:pt x="52" y="11"/>
                      <a:pt x="52" y="26"/>
                    </a:cubicBezTo>
                    <a:close/>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59" name="Google Shape;559;p71"/>
              <p:cNvSpPr/>
              <p:nvPr/>
            </p:nvSpPr>
            <p:spPr>
              <a:xfrm>
                <a:off x="4957763" y="2895601"/>
                <a:ext cx="52388" cy="195263"/>
              </a:xfrm>
              <a:custGeom>
                <a:rect b="b" l="l" r="r" t="t"/>
                <a:pathLst>
                  <a:path extrusionOk="0" h="52" w="14">
                    <a:moveTo>
                      <a:pt x="14" y="0"/>
                    </a:moveTo>
                    <a:cubicBezTo>
                      <a:pt x="0" y="15"/>
                      <a:pt x="0" y="34"/>
                      <a:pt x="14" y="52"/>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0" name="Google Shape;560;p71"/>
              <p:cNvSpPr/>
              <p:nvPr/>
            </p:nvSpPr>
            <p:spPr>
              <a:xfrm>
                <a:off x="5018088" y="2895601"/>
                <a:ext cx="52388" cy="195263"/>
              </a:xfrm>
              <a:custGeom>
                <a:rect b="b" l="l" r="r" t="t"/>
                <a:pathLst>
                  <a:path extrusionOk="0" h="52" w="14">
                    <a:moveTo>
                      <a:pt x="0" y="0"/>
                    </a:moveTo>
                    <a:cubicBezTo>
                      <a:pt x="14" y="15"/>
                      <a:pt x="14" y="34"/>
                      <a:pt x="0" y="52"/>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561" name="Google Shape;561;p71"/>
              <p:cNvCxnSpPr/>
              <p:nvPr/>
            </p:nvCxnSpPr>
            <p:spPr>
              <a:xfrm>
                <a:off x="4932363" y="3044826"/>
                <a:ext cx="165000" cy="0"/>
              </a:xfrm>
              <a:prstGeom prst="straightConnector1">
                <a:avLst/>
              </a:prstGeom>
              <a:noFill/>
              <a:ln cap="flat" cmpd="sng" w="14275">
                <a:solidFill>
                  <a:srgbClr val="FFFFFF"/>
                </a:solidFill>
                <a:prstDash val="solid"/>
                <a:round/>
                <a:headEnd len="med" w="med" type="none"/>
                <a:tailEnd len="med" w="med" type="none"/>
              </a:ln>
            </p:spPr>
          </p:cxnSp>
          <p:cxnSp>
            <p:nvCxnSpPr>
              <p:cNvPr id="562" name="Google Shape;562;p71"/>
              <p:cNvCxnSpPr/>
              <p:nvPr/>
            </p:nvCxnSpPr>
            <p:spPr>
              <a:xfrm>
                <a:off x="4932363" y="2940051"/>
                <a:ext cx="165000" cy="0"/>
              </a:xfrm>
              <a:prstGeom prst="straightConnector1">
                <a:avLst/>
              </a:prstGeom>
              <a:noFill/>
              <a:ln cap="flat" cmpd="sng" w="14275">
                <a:solidFill>
                  <a:srgbClr val="FFFFFF"/>
                </a:solidFill>
                <a:prstDash val="solid"/>
                <a:round/>
                <a:headEnd len="med" w="med" type="none"/>
                <a:tailEnd len="med" w="med" type="none"/>
              </a:ln>
            </p:spPr>
          </p:cxnSp>
          <p:cxnSp>
            <p:nvCxnSpPr>
              <p:cNvPr id="563" name="Google Shape;563;p71"/>
              <p:cNvCxnSpPr/>
              <p:nvPr/>
            </p:nvCxnSpPr>
            <p:spPr>
              <a:xfrm>
                <a:off x="4916488" y="2992438"/>
                <a:ext cx="195300" cy="0"/>
              </a:xfrm>
              <a:prstGeom prst="straightConnector1">
                <a:avLst/>
              </a:prstGeom>
              <a:noFill/>
              <a:ln cap="flat" cmpd="sng" w="14275">
                <a:solidFill>
                  <a:srgbClr val="FFFFFF"/>
                </a:solidFill>
                <a:prstDash val="solid"/>
                <a:round/>
                <a:headEnd len="med" w="med" type="none"/>
                <a:tailEnd len="med" w="med" type="none"/>
              </a:ln>
            </p:spPr>
          </p:cxnSp>
          <p:sp>
            <p:nvSpPr>
              <p:cNvPr id="564" name="Google Shape;564;p71"/>
              <p:cNvSpPr/>
              <p:nvPr/>
            </p:nvSpPr>
            <p:spPr>
              <a:xfrm>
                <a:off x="4864100" y="3105151"/>
                <a:ext cx="74700" cy="76200"/>
              </a:xfrm>
              <a:prstGeom prst="ellipse">
                <a:avLst/>
              </a:pr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5" name="Google Shape;565;p71"/>
              <p:cNvSpPr/>
              <p:nvPr/>
            </p:nvSpPr>
            <p:spPr>
              <a:xfrm>
                <a:off x="4976813" y="3105151"/>
                <a:ext cx="74700" cy="76200"/>
              </a:xfrm>
              <a:prstGeom prst="ellipse">
                <a:avLst/>
              </a:pr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6" name="Google Shape;566;p71"/>
              <p:cNvSpPr/>
              <p:nvPr/>
            </p:nvSpPr>
            <p:spPr>
              <a:xfrm>
                <a:off x="5089525" y="3105151"/>
                <a:ext cx="74700" cy="76200"/>
              </a:xfrm>
              <a:prstGeom prst="ellipse">
                <a:avLst/>
              </a:pr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67" name="Google Shape;567;p71"/>
              <p:cNvSpPr/>
              <p:nvPr/>
            </p:nvSpPr>
            <p:spPr>
              <a:xfrm>
                <a:off x="4841875" y="3181351"/>
                <a:ext cx="344488" cy="60325"/>
              </a:xfrm>
              <a:custGeom>
                <a:rect b="b" l="l" r="r" t="t"/>
                <a:pathLst>
                  <a:path extrusionOk="0" h="16" w="92">
                    <a:moveTo>
                      <a:pt x="76" y="0"/>
                    </a:moveTo>
                    <a:cubicBezTo>
                      <a:pt x="69" y="0"/>
                      <a:pt x="63" y="4"/>
                      <a:pt x="61" y="11"/>
                    </a:cubicBezTo>
                    <a:cubicBezTo>
                      <a:pt x="59" y="4"/>
                      <a:pt x="53" y="0"/>
                      <a:pt x="46" y="0"/>
                    </a:cubicBezTo>
                    <a:cubicBezTo>
                      <a:pt x="39" y="0"/>
                      <a:pt x="33" y="4"/>
                      <a:pt x="31" y="11"/>
                    </a:cubicBezTo>
                    <a:cubicBezTo>
                      <a:pt x="29" y="4"/>
                      <a:pt x="23" y="0"/>
                      <a:pt x="16" y="0"/>
                    </a:cubicBezTo>
                    <a:cubicBezTo>
                      <a:pt x="7" y="0"/>
                      <a:pt x="0" y="8"/>
                      <a:pt x="0" y="16"/>
                    </a:cubicBezTo>
                    <a:cubicBezTo>
                      <a:pt x="92" y="16"/>
                      <a:pt x="92" y="16"/>
                      <a:pt x="92" y="16"/>
                    </a:cubicBezTo>
                    <a:cubicBezTo>
                      <a:pt x="92" y="8"/>
                      <a:pt x="85" y="0"/>
                      <a:pt x="76" y="0"/>
                    </a:cubicBezTo>
                    <a:close/>
                  </a:path>
                </a:pathLst>
              </a:cu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descr="This image is an icon of three people interacting. " id="568" name="Google Shape;568;p71"/>
          <p:cNvGrpSpPr/>
          <p:nvPr/>
        </p:nvGrpSpPr>
        <p:grpSpPr>
          <a:xfrm>
            <a:off x="5219725" y="972098"/>
            <a:ext cx="734263" cy="829399"/>
            <a:chOff x="7356475" y="2143125"/>
            <a:chExt cx="1397000" cy="1397000"/>
          </a:xfrm>
        </p:grpSpPr>
        <p:sp>
          <p:nvSpPr>
            <p:cNvPr id="569" name="Google Shape;569;p71"/>
            <p:cNvSpPr/>
            <p:nvPr/>
          </p:nvSpPr>
          <p:spPr>
            <a:xfrm>
              <a:off x="7356475" y="2143125"/>
              <a:ext cx="1397000" cy="1397000"/>
            </a:xfrm>
            <a:custGeom>
              <a:rect b="b" l="l" r="r" t="t"/>
              <a:pathLst>
                <a:path extrusionOk="0" h="336" w="336">
                  <a:moveTo>
                    <a:pt x="60" y="276"/>
                  </a:moveTo>
                  <a:cubicBezTo>
                    <a:pt x="0" y="217"/>
                    <a:pt x="0" y="120"/>
                    <a:pt x="60" y="60"/>
                  </a:cubicBezTo>
                  <a:cubicBezTo>
                    <a:pt x="120" y="0"/>
                    <a:pt x="217" y="0"/>
                    <a:pt x="276" y="60"/>
                  </a:cubicBezTo>
                  <a:cubicBezTo>
                    <a:pt x="336" y="120"/>
                    <a:pt x="336" y="217"/>
                    <a:pt x="276" y="276"/>
                  </a:cubicBezTo>
                  <a:cubicBezTo>
                    <a:pt x="217" y="336"/>
                    <a:pt x="120" y="336"/>
                    <a:pt x="60" y="276"/>
                  </a:cubicBezTo>
                  <a:close/>
                </a:path>
              </a:pathLst>
            </a:custGeom>
            <a:gradFill>
              <a:gsLst>
                <a:gs pos="0">
                  <a:srgbClr val="7CEFD8"/>
                </a:gs>
                <a:gs pos="50000">
                  <a:srgbClr val="6672E4"/>
                </a:gs>
                <a:gs pos="100000">
                  <a:srgbClr val="882BE5"/>
                </a:gs>
              </a:gsLst>
              <a:lin ang="7799903"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70" name="Google Shape;570;p71"/>
            <p:cNvGrpSpPr/>
            <p:nvPr/>
          </p:nvGrpSpPr>
          <p:grpSpPr>
            <a:xfrm>
              <a:off x="7748550" y="2465043"/>
              <a:ext cx="613106" cy="674396"/>
              <a:chOff x="3398838" y="2895601"/>
              <a:chExt cx="346075" cy="346075"/>
            </a:xfrm>
          </p:grpSpPr>
          <p:sp>
            <p:nvSpPr>
              <p:cNvPr id="571" name="Google Shape;571;p71"/>
              <p:cNvSpPr/>
              <p:nvPr/>
            </p:nvSpPr>
            <p:spPr>
              <a:xfrm>
                <a:off x="3398838" y="2986089"/>
                <a:ext cx="82550" cy="58738"/>
              </a:xfrm>
              <a:custGeom>
                <a:rect b="b" l="l" r="r" t="t"/>
                <a:pathLst>
                  <a:path extrusionOk="0" h="16" w="22">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2" name="Google Shape;572;p71"/>
              <p:cNvSpPr/>
              <p:nvPr/>
            </p:nvSpPr>
            <p:spPr>
              <a:xfrm>
                <a:off x="3467101" y="2986089"/>
                <a:ext cx="82550" cy="58738"/>
              </a:xfrm>
              <a:custGeom>
                <a:rect b="b" l="l" r="r" t="t"/>
                <a:pathLst>
                  <a:path extrusionOk="0" h="16" w="22">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3" name="Google Shape;573;p71"/>
              <p:cNvSpPr/>
              <p:nvPr/>
            </p:nvSpPr>
            <p:spPr>
              <a:xfrm>
                <a:off x="3429001" y="2895601"/>
                <a:ext cx="90600" cy="96900"/>
              </a:xfrm>
              <a:prstGeom prst="ellipse">
                <a:avLst/>
              </a:pr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4" name="Google Shape;574;p71"/>
              <p:cNvSpPr/>
              <p:nvPr/>
            </p:nvSpPr>
            <p:spPr>
              <a:xfrm>
                <a:off x="3429001" y="2928939"/>
                <a:ext cx="90488" cy="14288"/>
              </a:xfrm>
              <a:custGeom>
                <a:rect b="b" l="l" r="r" t="t"/>
                <a:pathLst>
                  <a:path extrusionOk="0" h="4" w="24">
                    <a:moveTo>
                      <a:pt x="24" y="2"/>
                    </a:moveTo>
                    <a:cubicBezTo>
                      <a:pt x="22" y="4"/>
                      <a:pt x="16" y="4"/>
                      <a:pt x="14" y="0"/>
                    </a:cubicBezTo>
                    <a:cubicBezTo>
                      <a:pt x="10" y="4"/>
                      <a:pt x="3" y="4"/>
                      <a:pt x="0" y="1"/>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5" name="Google Shape;575;p71"/>
              <p:cNvSpPr/>
              <p:nvPr/>
            </p:nvSpPr>
            <p:spPr>
              <a:xfrm>
                <a:off x="3594101" y="2986089"/>
                <a:ext cx="82550" cy="58738"/>
              </a:xfrm>
              <a:custGeom>
                <a:rect b="b" l="l" r="r" t="t"/>
                <a:pathLst>
                  <a:path extrusionOk="0" h="16" w="22">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6" name="Google Shape;576;p71"/>
              <p:cNvSpPr/>
              <p:nvPr/>
            </p:nvSpPr>
            <p:spPr>
              <a:xfrm>
                <a:off x="3662363" y="2986089"/>
                <a:ext cx="82550" cy="58738"/>
              </a:xfrm>
              <a:custGeom>
                <a:rect b="b" l="l" r="r" t="t"/>
                <a:pathLst>
                  <a:path extrusionOk="0" h="16" w="22">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7" name="Google Shape;577;p71"/>
              <p:cNvSpPr/>
              <p:nvPr/>
            </p:nvSpPr>
            <p:spPr>
              <a:xfrm>
                <a:off x="3624263" y="2895601"/>
                <a:ext cx="90600" cy="96900"/>
              </a:xfrm>
              <a:prstGeom prst="ellipse">
                <a:avLst/>
              </a:pr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8" name="Google Shape;578;p71"/>
              <p:cNvSpPr/>
              <p:nvPr/>
            </p:nvSpPr>
            <p:spPr>
              <a:xfrm>
                <a:off x="3624263" y="2928939"/>
                <a:ext cx="90488" cy="14288"/>
              </a:xfrm>
              <a:custGeom>
                <a:rect b="b" l="l" r="r" t="t"/>
                <a:pathLst>
                  <a:path extrusionOk="0" h="4" w="24">
                    <a:moveTo>
                      <a:pt x="24" y="2"/>
                    </a:moveTo>
                    <a:cubicBezTo>
                      <a:pt x="22" y="4"/>
                      <a:pt x="16" y="4"/>
                      <a:pt x="14" y="0"/>
                    </a:cubicBezTo>
                    <a:cubicBezTo>
                      <a:pt x="10" y="4"/>
                      <a:pt x="3" y="4"/>
                      <a:pt x="0" y="1"/>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79" name="Google Shape;579;p71"/>
              <p:cNvSpPr/>
              <p:nvPr/>
            </p:nvSpPr>
            <p:spPr>
              <a:xfrm>
                <a:off x="3497263" y="3181351"/>
                <a:ext cx="82550" cy="60325"/>
              </a:xfrm>
              <a:custGeom>
                <a:rect b="b" l="l" r="r" t="t"/>
                <a:pathLst>
                  <a:path extrusionOk="0" h="16" w="22">
                    <a:moveTo>
                      <a:pt x="14" y="0"/>
                    </a:moveTo>
                    <a:cubicBezTo>
                      <a:pt x="14" y="6"/>
                      <a:pt x="14" y="6"/>
                      <a:pt x="14" y="6"/>
                    </a:cubicBezTo>
                    <a:cubicBezTo>
                      <a:pt x="4" y="9"/>
                      <a:pt x="4" y="9"/>
                      <a:pt x="4" y="9"/>
                    </a:cubicBezTo>
                    <a:cubicBezTo>
                      <a:pt x="2" y="10"/>
                      <a:pt x="0" y="12"/>
                      <a:pt x="0" y="14"/>
                    </a:cubicBezTo>
                    <a:cubicBezTo>
                      <a:pt x="0" y="16"/>
                      <a:pt x="0" y="16"/>
                      <a:pt x="0" y="16"/>
                    </a:cubicBezTo>
                    <a:cubicBezTo>
                      <a:pt x="22" y="16"/>
                      <a:pt x="22" y="16"/>
                      <a:pt x="22"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0" name="Google Shape;580;p71"/>
              <p:cNvSpPr/>
              <p:nvPr/>
            </p:nvSpPr>
            <p:spPr>
              <a:xfrm>
                <a:off x="3563938" y="3181351"/>
                <a:ext cx="82550" cy="60325"/>
              </a:xfrm>
              <a:custGeom>
                <a:rect b="b" l="l" r="r" t="t"/>
                <a:pathLst>
                  <a:path extrusionOk="0" h="16" w="22">
                    <a:moveTo>
                      <a:pt x="8" y="0"/>
                    </a:moveTo>
                    <a:cubicBezTo>
                      <a:pt x="8" y="6"/>
                      <a:pt x="8" y="6"/>
                      <a:pt x="8" y="6"/>
                    </a:cubicBezTo>
                    <a:cubicBezTo>
                      <a:pt x="18" y="9"/>
                      <a:pt x="18" y="9"/>
                      <a:pt x="18" y="9"/>
                    </a:cubicBezTo>
                    <a:cubicBezTo>
                      <a:pt x="20" y="10"/>
                      <a:pt x="22" y="12"/>
                      <a:pt x="22" y="14"/>
                    </a:cubicBezTo>
                    <a:cubicBezTo>
                      <a:pt x="22" y="16"/>
                      <a:pt x="22" y="16"/>
                      <a:pt x="22" y="16"/>
                    </a:cubicBezTo>
                    <a:cubicBezTo>
                      <a:pt x="0" y="16"/>
                      <a:pt x="0" y="16"/>
                      <a:pt x="0" y="16"/>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1" name="Google Shape;581;p71"/>
              <p:cNvSpPr/>
              <p:nvPr/>
            </p:nvSpPr>
            <p:spPr>
              <a:xfrm>
                <a:off x="3527426" y="3090864"/>
                <a:ext cx="88800" cy="96900"/>
              </a:xfrm>
              <a:prstGeom prst="ellipse">
                <a:avLst/>
              </a:pr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2" name="Google Shape;582;p71"/>
              <p:cNvSpPr/>
              <p:nvPr/>
            </p:nvSpPr>
            <p:spPr>
              <a:xfrm>
                <a:off x="3527426" y="3124201"/>
                <a:ext cx="88900" cy="15875"/>
              </a:xfrm>
              <a:custGeom>
                <a:rect b="b" l="l" r="r" t="t"/>
                <a:pathLst>
                  <a:path extrusionOk="0" h="4" w="24">
                    <a:moveTo>
                      <a:pt x="24" y="2"/>
                    </a:moveTo>
                    <a:cubicBezTo>
                      <a:pt x="22" y="4"/>
                      <a:pt x="16" y="4"/>
                      <a:pt x="14" y="0"/>
                    </a:cubicBezTo>
                    <a:cubicBezTo>
                      <a:pt x="10" y="4"/>
                      <a:pt x="3" y="4"/>
                      <a:pt x="0" y="1"/>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583" name="Google Shape;583;p71"/>
              <p:cNvCxnSpPr/>
              <p:nvPr/>
            </p:nvCxnSpPr>
            <p:spPr>
              <a:xfrm>
                <a:off x="3451226" y="3074989"/>
                <a:ext cx="38100" cy="38100"/>
              </a:xfrm>
              <a:prstGeom prst="straightConnector1">
                <a:avLst/>
              </a:prstGeom>
              <a:noFill/>
              <a:ln cap="rnd" cmpd="sng" w="14275">
                <a:solidFill>
                  <a:srgbClr val="FFFFFF"/>
                </a:solidFill>
                <a:prstDash val="solid"/>
                <a:round/>
                <a:headEnd len="med" w="med" type="none"/>
                <a:tailEnd len="med" w="med" type="none"/>
              </a:ln>
            </p:spPr>
          </p:cxnSp>
          <p:cxnSp>
            <p:nvCxnSpPr>
              <p:cNvPr id="584" name="Google Shape;584;p71"/>
              <p:cNvCxnSpPr/>
              <p:nvPr/>
            </p:nvCxnSpPr>
            <p:spPr>
              <a:xfrm flipH="1">
                <a:off x="3654426" y="3074989"/>
                <a:ext cx="38100" cy="38100"/>
              </a:xfrm>
              <a:prstGeom prst="straightConnector1">
                <a:avLst/>
              </a:prstGeom>
              <a:noFill/>
              <a:ln cap="rnd" cmpd="sng" w="14275">
                <a:solidFill>
                  <a:srgbClr val="FFFFFF"/>
                </a:solidFill>
                <a:prstDash val="solid"/>
                <a:round/>
                <a:headEnd len="med" w="med" type="none"/>
                <a:tailEnd len="med" w="med" type="none"/>
              </a:ln>
            </p:spPr>
          </p:cxnSp>
        </p:grpSp>
      </p:grpSp>
      <p:grpSp>
        <p:nvGrpSpPr>
          <p:cNvPr descr="This image is an icon of three people and a globe. " id="585" name="Google Shape;585;p71"/>
          <p:cNvGrpSpPr/>
          <p:nvPr/>
        </p:nvGrpSpPr>
        <p:grpSpPr>
          <a:xfrm>
            <a:off x="7167680" y="2757305"/>
            <a:ext cx="734280" cy="764302"/>
            <a:chOff x="8229600" y="4162425"/>
            <a:chExt cx="1271700" cy="1273200"/>
          </a:xfrm>
        </p:grpSpPr>
        <p:sp>
          <p:nvSpPr>
            <p:cNvPr id="586" name="Google Shape;586;p71"/>
            <p:cNvSpPr/>
            <p:nvPr/>
          </p:nvSpPr>
          <p:spPr>
            <a:xfrm>
              <a:off x="8229600" y="4162425"/>
              <a:ext cx="1271700" cy="1273200"/>
            </a:xfrm>
            <a:prstGeom prst="ellipse">
              <a:avLst/>
            </a:prstGeom>
            <a:gradFill>
              <a:gsLst>
                <a:gs pos="0">
                  <a:srgbClr val="7CEFD8"/>
                </a:gs>
                <a:gs pos="50000">
                  <a:srgbClr val="6672E4"/>
                </a:gs>
                <a:gs pos="100000">
                  <a:srgbClr val="882BE5"/>
                </a:gs>
              </a:gsLst>
              <a:lin ang="7799903"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87" name="Google Shape;587;p71"/>
            <p:cNvGrpSpPr/>
            <p:nvPr/>
          </p:nvGrpSpPr>
          <p:grpSpPr>
            <a:xfrm>
              <a:off x="8560435" y="4426273"/>
              <a:ext cx="610295" cy="674396"/>
              <a:chOff x="4841875" y="2895601"/>
              <a:chExt cx="344488" cy="346075"/>
            </a:xfrm>
          </p:grpSpPr>
          <p:sp>
            <p:nvSpPr>
              <p:cNvPr id="588" name="Google Shape;588;p71"/>
              <p:cNvSpPr/>
              <p:nvPr/>
            </p:nvSpPr>
            <p:spPr>
              <a:xfrm>
                <a:off x="4916488" y="2895601"/>
                <a:ext cx="195263" cy="195263"/>
              </a:xfrm>
              <a:custGeom>
                <a:rect b="b" l="l" r="r" t="t"/>
                <a:pathLst>
                  <a:path extrusionOk="0" h="52" w="52">
                    <a:moveTo>
                      <a:pt x="52" y="26"/>
                    </a:moveTo>
                    <a:cubicBezTo>
                      <a:pt x="52" y="40"/>
                      <a:pt x="40" y="52"/>
                      <a:pt x="26" y="52"/>
                    </a:cubicBezTo>
                    <a:cubicBezTo>
                      <a:pt x="12" y="52"/>
                      <a:pt x="0" y="40"/>
                      <a:pt x="0" y="25"/>
                    </a:cubicBezTo>
                    <a:cubicBezTo>
                      <a:pt x="0" y="11"/>
                      <a:pt x="11" y="1"/>
                      <a:pt x="25" y="0"/>
                    </a:cubicBezTo>
                    <a:cubicBezTo>
                      <a:pt x="25" y="0"/>
                      <a:pt x="26" y="0"/>
                      <a:pt x="26" y="0"/>
                    </a:cubicBezTo>
                    <a:cubicBezTo>
                      <a:pt x="40" y="0"/>
                      <a:pt x="52" y="11"/>
                      <a:pt x="52" y="26"/>
                    </a:cubicBezTo>
                    <a:close/>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89" name="Google Shape;589;p71"/>
              <p:cNvSpPr/>
              <p:nvPr/>
            </p:nvSpPr>
            <p:spPr>
              <a:xfrm>
                <a:off x="4957763" y="2895601"/>
                <a:ext cx="52388" cy="195263"/>
              </a:xfrm>
              <a:custGeom>
                <a:rect b="b" l="l" r="r" t="t"/>
                <a:pathLst>
                  <a:path extrusionOk="0" h="52" w="14">
                    <a:moveTo>
                      <a:pt x="14" y="0"/>
                    </a:moveTo>
                    <a:cubicBezTo>
                      <a:pt x="0" y="15"/>
                      <a:pt x="0" y="34"/>
                      <a:pt x="14" y="52"/>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0" name="Google Shape;590;p71"/>
              <p:cNvSpPr/>
              <p:nvPr/>
            </p:nvSpPr>
            <p:spPr>
              <a:xfrm>
                <a:off x="5018088" y="2895601"/>
                <a:ext cx="52388" cy="195263"/>
              </a:xfrm>
              <a:custGeom>
                <a:rect b="b" l="l" r="r" t="t"/>
                <a:pathLst>
                  <a:path extrusionOk="0" h="52" w="14">
                    <a:moveTo>
                      <a:pt x="0" y="0"/>
                    </a:moveTo>
                    <a:cubicBezTo>
                      <a:pt x="14" y="15"/>
                      <a:pt x="14" y="34"/>
                      <a:pt x="0" y="52"/>
                    </a:cubicBezTo>
                  </a:path>
                </a:pathLst>
              </a:custGeom>
              <a:noFill/>
              <a:ln cap="flat"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591" name="Google Shape;591;p71"/>
              <p:cNvCxnSpPr/>
              <p:nvPr/>
            </p:nvCxnSpPr>
            <p:spPr>
              <a:xfrm>
                <a:off x="4932363" y="3044826"/>
                <a:ext cx="165000" cy="0"/>
              </a:xfrm>
              <a:prstGeom prst="straightConnector1">
                <a:avLst/>
              </a:prstGeom>
              <a:noFill/>
              <a:ln cap="flat" cmpd="sng" w="14275">
                <a:solidFill>
                  <a:srgbClr val="FFFFFF"/>
                </a:solidFill>
                <a:prstDash val="solid"/>
                <a:round/>
                <a:headEnd len="med" w="med" type="none"/>
                <a:tailEnd len="med" w="med" type="none"/>
              </a:ln>
            </p:spPr>
          </p:cxnSp>
          <p:cxnSp>
            <p:nvCxnSpPr>
              <p:cNvPr id="592" name="Google Shape;592;p71"/>
              <p:cNvCxnSpPr/>
              <p:nvPr/>
            </p:nvCxnSpPr>
            <p:spPr>
              <a:xfrm>
                <a:off x="4932363" y="2940051"/>
                <a:ext cx="165000" cy="0"/>
              </a:xfrm>
              <a:prstGeom prst="straightConnector1">
                <a:avLst/>
              </a:prstGeom>
              <a:noFill/>
              <a:ln cap="flat" cmpd="sng" w="14275">
                <a:solidFill>
                  <a:srgbClr val="FFFFFF"/>
                </a:solidFill>
                <a:prstDash val="solid"/>
                <a:round/>
                <a:headEnd len="med" w="med" type="none"/>
                <a:tailEnd len="med" w="med" type="none"/>
              </a:ln>
            </p:spPr>
          </p:cxnSp>
          <p:cxnSp>
            <p:nvCxnSpPr>
              <p:cNvPr id="593" name="Google Shape;593;p71"/>
              <p:cNvCxnSpPr/>
              <p:nvPr/>
            </p:nvCxnSpPr>
            <p:spPr>
              <a:xfrm>
                <a:off x="4916488" y="2992438"/>
                <a:ext cx="195300" cy="0"/>
              </a:xfrm>
              <a:prstGeom prst="straightConnector1">
                <a:avLst/>
              </a:prstGeom>
              <a:noFill/>
              <a:ln cap="flat" cmpd="sng" w="14275">
                <a:solidFill>
                  <a:srgbClr val="FFFFFF"/>
                </a:solidFill>
                <a:prstDash val="solid"/>
                <a:round/>
                <a:headEnd len="med" w="med" type="none"/>
                <a:tailEnd len="med" w="med" type="none"/>
              </a:ln>
            </p:spPr>
          </p:cxnSp>
          <p:sp>
            <p:nvSpPr>
              <p:cNvPr id="594" name="Google Shape;594;p71"/>
              <p:cNvSpPr/>
              <p:nvPr/>
            </p:nvSpPr>
            <p:spPr>
              <a:xfrm>
                <a:off x="4864100" y="3105151"/>
                <a:ext cx="74700" cy="76200"/>
              </a:xfrm>
              <a:prstGeom prst="ellipse">
                <a:avLst/>
              </a:pr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71"/>
              <p:cNvSpPr/>
              <p:nvPr/>
            </p:nvSpPr>
            <p:spPr>
              <a:xfrm>
                <a:off x="4976813" y="3105151"/>
                <a:ext cx="74700" cy="76200"/>
              </a:xfrm>
              <a:prstGeom prst="ellipse">
                <a:avLst/>
              </a:pr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71"/>
              <p:cNvSpPr/>
              <p:nvPr/>
            </p:nvSpPr>
            <p:spPr>
              <a:xfrm>
                <a:off x="5089525" y="3105151"/>
                <a:ext cx="74700" cy="76200"/>
              </a:xfrm>
              <a:prstGeom prst="ellipse">
                <a:avLst/>
              </a:pr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71"/>
              <p:cNvSpPr/>
              <p:nvPr/>
            </p:nvSpPr>
            <p:spPr>
              <a:xfrm>
                <a:off x="4841875" y="3181351"/>
                <a:ext cx="344488" cy="60325"/>
              </a:xfrm>
              <a:custGeom>
                <a:rect b="b" l="l" r="r" t="t"/>
                <a:pathLst>
                  <a:path extrusionOk="0" h="16" w="92">
                    <a:moveTo>
                      <a:pt x="76" y="0"/>
                    </a:moveTo>
                    <a:cubicBezTo>
                      <a:pt x="69" y="0"/>
                      <a:pt x="63" y="4"/>
                      <a:pt x="61" y="11"/>
                    </a:cubicBezTo>
                    <a:cubicBezTo>
                      <a:pt x="59" y="4"/>
                      <a:pt x="53" y="0"/>
                      <a:pt x="46" y="0"/>
                    </a:cubicBezTo>
                    <a:cubicBezTo>
                      <a:pt x="39" y="0"/>
                      <a:pt x="33" y="4"/>
                      <a:pt x="31" y="11"/>
                    </a:cubicBezTo>
                    <a:cubicBezTo>
                      <a:pt x="29" y="4"/>
                      <a:pt x="23" y="0"/>
                      <a:pt x="16" y="0"/>
                    </a:cubicBezTo>
                    <a:cubicBezTo>
                      <a:pt x="7" y="0"/>
                      <a:pt x="0" y="8"/>
                      <a:pt x="0" y="16"/>
                    </a:cubicBezTo>
                    <a:cubicBezTo>
                      <a:pt x="92" y="16"/>
                      <a:pt x="92" y="16"/>
                      <a:pt x="92" y="16"/>
                    </a:cubicBezTo>
                    <a:cubicBezTo>
                      <a:pt x="92" y="8"/>
                      <a:pt x="85" y="0"/>
                      <a:pt x="76" y="0"/>
                    </a:cubicBezTo>
                    <a:close/>
                  </a:path>
                </a:pathLst>
              </a:custGeom>
              <a:noFill/>
              <a:ln cap="rnd" cmpd="sng" w="14275">
                <a:solidFill>
                  <a:srgbClr val="FFFFF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
        <p:nvSpPr>
          <p:cNvPr id="598" name="Google Shape;598;p71"/>
          <p:cNvSpPr txBox="1"/>
          <p:nvPr/>
        </p:nvSpPr>
        <p:spPr>
          <a:xfrm>
            <a:off x="745975" y="1895400"/>
            <a:ext cx="1961100" cy="86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u="sng">
                <a:solidFill>
                  <a:schemeClr val="dk1"/>
                </a:solidFill>
                <a:latin typeface="Newsreader"/>
                <a:ea typeface="Newsreader"/>
                <a:cs typeface="Newsreader"/>
                <a:sym typeface="Newsreader"/>
              </a:rPr>
              <a:t>Data Analysis</a:t>
            </a:r>
            <a:endParaRPr b="1" sz="1600" u="sng">
              <a:solidFill>
                <a:schemeClr val="dk1"/>
              </a:solidFill>
              <a:latin typeface="Newsreader"/>
              <a:ea typeface="Newsreader"/>
              <a:cs typeface="Newsreader"/>
              <a:sym typeface="Newsreader"/>
            </a:endParaRPr>
          </a:p>
          <a:p>
            <a:pPr indent="0" lvl="0" marL="0" rtl="0" algn="ctr">
              <a:spcBef>
                <a:spcPts val="0"/>
              </a:spcBef>
              <a:spcAft>
                <a:spcPts val="0"/>
              </a:spcAft>
              <a:buNone/>
            </a:pPr>
            <a:r>
              <a:rPr lang="en">
                <a:solidFill>
                  <a:schemeClr val="dk1"/>
                </a:solidFill>
                <a:latin typeface="Newsreader"/>
                <a:ea typeface="Newsreader"/>
                <a:cs typeface="Newsreader"/>
                <a:sym typeface="Newsreader"/>
              </a:rPr>
              <a:t>Data is analyzed for KPI’s and key metrics</a:t>
            </a:r>
            <a:endParaRPr>
              <a:solidFill>
                <a:schemeClr val="dk1"/>
              </a:solidFill>
              <a:latin typeface="Newsreader"/>
              <a:ea typeface="Newsreader"/>
              <a:cs typeface="Newsreader"/>
              <a:sym typeface="Newsreader"/>
            </a:endParaRPr>
          </a:p>
        </p:txBody>
      </p:sp>
      <p:sp>
        <p:nvSpPr>
          <p:cNvPr id="599" name="Google Shape;599;p71"/>
          <p:cNvSpPr txBox="1"/>
          <p:nvPr/>
        </p:nvSpPr>
        <p:spPr>
          <a:xfrm>
            <a:off x="1813863" y="3592750"/>
            <a:ext cx="2835000" cy="1294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900"/>
              </a:spcBef>
              <a:spcAft>
                <a:spcPts val="0"/>
              </a:spcAft>
              <a:buNone/>
            </a:pPr>
            <a:r>
              <a:rPr b="1" lang="en" sz="1600" u="sng">
                <a:solidFill>
                  <a:schemeClr val="dk1"/>
                </a:solidFill>
                <a:latin typeface="Newsreader"/>
                <a:ea typeface="Newsreader"/>
                <a:cs typeface="Newsreader"/>
                <a:sym typeface="Newsreader"/>
              </a:rPr>
              <a:t>Data Cleaning</a:t>
            </a:r>
            <a:endParaRPr b="1" sz="1600" u="sng">
              <a:solidFill>
                <a:schemeClr val="dk1"/>
              </a:solidFill>
              <a:latin typeface="Newsreader"/>
              <a:ea typeface="Newsreader"/>
              <a:cs typeface="Newsreader"/>
              <a:sym typeface="Newsreader"/>
            </a:endParaRPr>
          </a:p>
          <a:p>
            <a:pPr indent="0" lvl="0" marL="0" rtl="0" algn="ctr">
              <a:lnSpc>
                <a:spcPct val="115000"/>
              </a:lnSpc>
              <a:spcBef>
                <a:spcPts val="900"/>
              </a:spcBef>
              <a:spcAft>
                <a:spcPts val="900"/>
              </a:spcAft>
              <a:buNone/>
            </a:pPr>
            <a:r>
              <a:rPr lang="en">
                <a:solidFill>
                  <a:schemeClr val="dk1"/>
                </a:solidFill>
                <a:latin typeface="Newsreader"/>
                <a:ea typeface="Newsreader"/>
                <a:cs typeface="Newsreader"/>
                <a:sym typeface="Newsreader"/>
              </a:rPr>
              <a:t>The raw data is cleaned by using different excel functionalities and dropped some irrelevant columns.</a:t>
            </a:r>
            <a:endParaRPr>
              <a:solidFill>
                <a:schemeClr val="dk1"/>
              </a:solidFill>
              <a:latin typeface="Newsreader"/>
              <a:ea typeface="Newsreader"/>
              <a:cs typeface="Newsreader"/>
              <a:sym typeface="Newsreader"/>
            </a:endParaRPr>
          </a:p>
        </p:txBody>
      </p:sp>
      <p:sp>
        <p:nvSpPr>
          <p:cNvPr id="600" name="Google Shape;600;p71"/>
          <p:cNvSpPr txBox="1"/>
          <p:nvPr/>
        </p:nvSpPr>
        <p:spPr>
          <a:xfrm>
            <a:off x="4229355" y="1787700"/>
            <a:ext cx="2715000" cy="1077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u="sng">
                <a:solidFill>
                  <a:schemeClr val="dk1"/>
                </a:solidFill>
                <a:latin typeface="Newsreader"/>
                <a:ea typeface="Newsreader"/>
                <a:cs typeface="Newsreader"/>
                <a:sym typeface="Newsreader"/>
              </a:rPr>
              <a:t>Dashboard</a:t>
            </a:r>
            <a:endParaRPr b="1" sz="1600" u="sng">
              <a:solidFill>
                <a:schemeClr val="dk1"/>
              </a:solidFill>
              <a:latin typeface="Newsreader"/>
              <a:ea typeface="Newsreader"/>
              <a:cs typeface="Newsreader"/>
              <a:sym typeface="Newsreader"/>
            </a:endParaRPr>
          </a:p>
          <a:p>
            <a:pPr indent="0" lvl="0" marL="0" rtl="0" algn="ctr">
              <a:spcBef>
                <a:spcPts val="0"/>
              </a:spcBef>
              <a:spcAft>
                <a:spcPts val="0"/>
              </a:spcAft>
              <a:buNone/>
            </a:pPr>
            <a:r>
              <a:rPr lang="en">
                <a:solidFill>
                  <a:schemeClr val="dk1"/>
                </a:solidFill>
                <a:latin typeface="Newsreader"/>
                <a:ea typeface="Newsreader"/>
                <a:cs typeface="Newsreader"/>
                <a:sym typeface="Newsreader"/>
              </a:rPr>
              <a:t>The Data is summarized and shown in form of charts for easy understanding</a:t>
            </a:r>
            <a:endParaRPr>
              <a:solidFill>
                <a:schemeClr val="dk1"/>
              </a:solidFill>
              <a:latin typeface="Newsreader"/>
              <a:ea typeface="Newsreader"/>
              <a:cs typeface="Newsreader"/>
              <a:sym typeface="Newsreader"/>
            </a:endParaRPr>
          </a:p>
        </p:txBody>
      </p:sp>
      <p:sp>
        <p:nvSpPr>
          <p:cNvPr id="601" name="Google Shape;601;p71"/>
          <p:cNvSpPr txBox="1"/>
          <p:nvPr/>
        </p:nvSpPr>
        <p:spPr>
          <a:xfrm>
            <a:off x="6038100" y="3592750"/>
            <a:ext cx="2993400" cy="1077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u="sng">
                <a:solidFill>
                  <a:schemeClr val="dk1"/>
                </a:solidFill>
                <a:latin typeface="Newsreader"/>
                <a:ea typeface="Newsreader"/>
                <a:cs typeface="Newsreader"/>
                <a:sym typeface="Newsreader"/>
              </a:rPr>
              <a:t>Key Insights &amp; Patterns</a:t>
            </a:r>
            <a:endParaRPr b="1" sz="1600" u="sng">
              <a:solidFill>
                <a:schemeClr val="dk1"/>
              </a:solidFill>
              <a:latin typeface="Newsreader"/>
              <a:ea typeface="Newsreader"/>
              <a:cs typeface="Newsreader"/>
              <a:sym typeface="Newsreader"/>
            </a:endParaRPr>
          </a:p>
          <a:p>
            <a:pPr indent="0" lvl="0" marL="0" rtl="0" algn="ctr">
              <a:spcBef>
                <a:spcPts val="0"/>
              </a:spcBef>
              <a:spcAft>
                <a:spcPts val="0"/>
              </a:spcAft>
              <a:buClr>
                <a:srgbClr val="000000"/>
              </a:buClr>
              <a:buFont typeface="Arial"/>
              <a:buNone/>
            </a:pPr>
            <a:r>
              <a:rPr lang="en">
                <a:solidFill>
                  <a:schemeClr val="dk1"/>
                </a:solidFill>
                <a:latin typeface="Newsreader"/>
                <a:ea typeface="Newsreader"/>
                <a:cs typeface="Newsreader"/>
                <a:sym typeface="Newsreader"/>
              </a:rPr>
              <a:t>Provide suggestions on the basis of insights for customer satisfaction and profitability boost.</a:t>
            </a:r>
            <a:endParaRPr>
              <a:solidFill>
                <a:schemeClr val="dk1"/>
              </a:solidFill>
              <a:latin typeface="Newsreader"/>
              <a:ea typeface="Newsreader"/>
              <a:cs typeface="Newsreader"/>
              <a:sym typeface="Newsreader"/>
            </a:endParaRPr>
          </a:p>
          <a:p>
            <a:pPr indent="0" lvl="0" marL="0" rtl="0" algn="l">
              <a:spcBef>
                <a:spcPts val="0"/>
              </a:spcBef>
              <a:spcAft>
                <a:spcPts val="0"/>
              </a:spcAft>
              <a:buNone/>
            </a:pPr>
            <a:r>
              <a:t/>
            </a:r>
            <a:endParaRPr>
              <a:solidFill>
                <a:schemeClr val="dk1"/>
              </a:solidFill>
              <a:latin typeface="Newsreader"/>
              <a:ea typeface="Newsreader"/>
              <a:cs typeface="Newsreader"/>
              <a:sym typeface="Newsreade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pic>
        <p:nvPicPr>
          <p:cNvPr id="606" name="Google Shape;606;p72"/>
          <p:cNvPicPr preferRelativeResize="0"/>
          <p:nvPr/>
        </p:nvPicPr>
        <p:blipFill>
          <a:blip r:embed="rId3">
            <a:alphaModFix/>
          </a:blip>
          <a:stretch>
            <a:fillRect/>
          </a:stretch>
        </p:blipFill>
        <p:spPr>
          <a:xfrm>
            <a:off x="288475" y="152400"/>
            <a:ext cx="8703125" cy="553400"/>
          </a:xfrm>
          <a:prstGeom prst="rect">
            <a:avLst/>
          </a:prstGeom>
          <a:noFill/>
          <a:ln>
            <a:noFill/>
          </a:ln>
        </p:spPr>
      </p:pic>
      <p:sp>
        <p:nvSpPr>
          <p:cNvPr id="607" name="Google Shape;607;p72"/>
          <p:cNvSpPr txBox="1"/>
          <p:nvPr/>
        </p:nvSpPr>
        <p:spPr>
          <a:xfrm>
            <a:off x="450275" y="1171050"/>
            <a:ext cx="33507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3000">
                <a:solidFill>
                  <a:schemeClr val="dk1"/>
                </a:solidFill>
                <a:latin typeface="Newsreader"/>
                <a:ea typeface="Newsreader"/>
                <a:cs typeface="Newsreader"/>
                <a:sym typeface="Newsreader"/>
              </a:rPr>
              <a:t>KPI’s</a:t>
            </a:r>
            <a:endParaRPr b="1" sz="3000">
              <a:solidFill>
                <a:schemeClr val="dk1"/>
              </a:solidFill>
              <a:latin typeface="Newsreader"/>
              <a:ea typeface="Newsreader"/>
              <a:cs typeface="Newsreader"/>
              <a:sym typeface="Newsreader"/>
            </a:endParaRPr>
          </a:p>
          <a:p>
            <a:pPr indent="0" lvl="0" marL="0" rtl="0" algn="l">
              <a:spcBef>
                <a:spcPts val="0"/>
              </a:spcBef>
              <a:spcAft>
                <a:spcPts val="0"/>
              </a:spcAft>
              <a:buNone/>
            </a:pPr>
            <a:r>
              <a:rPr b="1" lang="en" sz="2000">
                <a:solidFill>
                  <a:schemeClr val="dk1"/>
                </a:solidFill>
                <a:latin typeface="Newsreader"/>
                <a:ea typeface="Newsreader"/>
                <a:cs typeface="Newsreader"/>
                <a:sym typeface="Newsreader"/>
              </a:rPr>
              <a:t>[Key Performance Metrics]</a:t>
            </a:r>
            <a:endParaRPr b="1" sz="2000">
              <a:solidFill>
                <a:schemeClr val="dk1"/>
              </a:solidFill>
              <a:latin typeface="Newsreader"/>
              <a:ea typeface="Newsreader"/>
              <a:cs typeface="Newsreader"/>
              <a:sym typeface="Newsreader"/>
            </a:endParaRPr>
          </a:p>
          <a:p>
            <a:pPr indent="0" lvl="0" marL="0" rtl="0" algn="l">
              <a:spcBef>
                <a:spcPts val="0"/>
              </a:spcBef>
              <a:spcAft>
                <a:spcPts val="0"/>
              </a:spcAft>
              <a:buNone/>
            </a:pPr>
            <a:r>
              <a:t/>
            </a:r>
            <a:endParaRPr b="1" sz="2000">
              <a:solidFill>
                <a:schemeClr val="dk1"/>
              </a:solidFill>
              <a:latin typeface="DM Sans"/>
              <a:ea typeface="DM Sans"/>
              <a:cs typeface="DM Sans"/>
              <a:sym typeface="DM Sans"/>
            </a:endParaRPr>
          </a:p>
          <a:p>
            <a:pPr indent="-355600" lvl="0" marL="457200" rtl="0" algn="l">
              <a:spcBef>
                <a:spcPts val="0"/>
              </a:spcBef>
              <a:spcAft>
                <a:spcPts val="0"/>
              </a:spcAft>
              <a:buClr>
                <a:schemeClr val="dk1"/>
              </a:buClr>
              <a:buSzPts val="2000"/>
              <a:buFont typeface="Newsreader"/>
              <a:buChar char="❖"/>
            </a:pPr>
            <a:r>
              <a:rPr b="1" lang="en" sz="2000">
                <a:solidFill>
                  <a:schemeClr val="dk1"/>
                </a:solidFill>
                <a:latin typeface="Newsreader"/>
                <a:ea typeface="Newsreader"/>
                <a:cs typeface="Newsreader"/>
                <a:sym typeface="Newsreader"/>
              </a:rPr>
              <a:t>Total users</a:t>
            </a:r>
            <a:endParaRPr b="1" sz="2000">
              <a:solidFill>
                <a:schemeClr val="dk1"/>
              </a:solidFill>
              <a:latin typeface="Newsreader"/>
              <a:ea typeface="Newsreader"/>
              <a:cs typeface="Newsreader"/>
              <a:sym typeface="Newsreader"/>
            </a:endParaRPr>
          </a:p>
          <a:p>
            <a:pPr indent="0" lvl="0" marL="457200" rtl="0" algn="l">
              <a:spcBef>
                <a:spcPts val="0"/>
              </a:spcBef>
              <a:spcAft>
                <a:spcPts val="0"/>
              </a:spcAft>
              <a:buNone/>
            </a:pPr>
            <a:r>
              <a:t/>
            </a:r>
            <a:endParaRPr b="1" sz="2000">
              <a:solidFill>
                <a:schemeClr val="dk1"/>
              </a:solidFill>
              <a:latin typeface="Newsreader"/>
              <a:ea typeface="Newsreader"/>
              <a:cs typeface="Newsreader"/>
              <a:sym typeface="Newsreader"/>
            </a:endParaRPr>
          </a:p>
          <a:p>
            <a:pPr indent="-355600" lvl="0" marL="457200" rtl="0" algn="l">
              <a:spcBef>
                <a:spcPts val="0"/>
              </a:spcBef>
              <a:spcAft>
                <a:spcPts val="0"/>
              </a:spcAft>
              <a:buClr>
                <a:schemeClr val="dk1"/>
              </a:buClr>
              <a:buSzPts val="2000"/>
              <a:buFont typeface="Newsreader"/>
              <a:buChar char="❖"/>
            </a:pPr>
            <a:r>
              <a:rPr b="1" lang="en" sz="2000">
                <a:solidFill>
                  <a:schemeClr val="dk1"/>
                </a:solidFill>
                <a:latin typeface="Newsreader"/>
                <a:ea typeface="Newsreader"/>
                <a:cs typeface="Newsreader"/>
                <a:sym typeface="Newsreader"/>
              </a:rPr>
              <a:t>Net Revenue</a:t>
            </a:r>
            <a:endParaRPr b="1" sz="2000">
              <a:solidFill>
                <a:schemeClr val="dk1"/>
              </a:solidFill>
              <a:latin typeface="Newsreader"/>
              <a:ea typeface="Newsreader"/>
              <a:cs typeface="Newsreader"/>
              <a:sym typeface="Newsreader"/>
            </a:endParaRPr>
          </a:p>
          <a:p>
            <a:pPr indent="0" lvl="0" marL="457200" rtl="0" algn="l">
              <a:spcBef>
                <a:spcPts val="0"/>
              </a:spcBef>
              <a:spcAft>
                <a:spcPts val="0"/>
              </a:spcAft>
              <a:buNone/>
            </a:pPr>
            <a:r>
              <a:t/>
            </a:r>
            <a:endParaRPr b="1" sz="2000">
              <a:solidFill>
                <a:schemeClr val="dk1"/>
              </a:solidFill>
              <a:latin typeface="Newsreader"/>
              <a:ea typeface="Newsreader"/>
              <a:cs typeface="Newsreader"/>
              <a:sym typeface="Newsreader"/>
            </a:endParaRPr>
          </a:p>
          <a:p>
            <a:pPr indent="-355600" lvl="0" marL="457200" rtl="0" algn="l">
              <a:spcBef>
                <a:spcPts val="0"/>
              </a:spcBef>
              <a:spcAft>
                <a:spcPts val="0"/>
              </a:spcAft>
              <a:buClr>
                <a:schemeClr val="dk1"/>
              </a:buClr>
              <a:buSzPts val="2000"/>
              <a:buFont typeface="Newsreader"/>
              <a:buChar char="❖"/>
            </a:pPr>
            <a:r>
              <a:rPr b="1" lang="en" sz="2000">
                <a:solidFill>
                  <a:schemeClr val="dk1"/>
                </a:solidFill>
                <a:latin typeface="Newsreader"/>
                <a:ea typeface="Newsreader"/>
                <a:cs typeface="Newsreader"/>
                <a:sym typeface="Newsreader"/>
              </a:rPr>
              <a:t>Number of Calls</a:t>
            </a:r>
            <a:endParaRPr b="1" sz="2000">
              <a:solidFill>
                <a:schemeClr val="dk1"/>
              </a:solidFill>
              <a:latin typeface="Newsreader"/>
              <a:ea typeface="Newsreader"/>
              <a:cs typeface="Newsreader"/>
              <a:sym typeface="Newsreader"/>
            </a:endParaRPr>
          </a:p>
        </p:txBody>
      </p:sp>
      <p:cxnSp>
        <p:nvCxnSpPr>
          <p:cNvPr id="608" name="Google Shape;608;p72"/>
          <p:cNvCxnSpPr/>
          <p:nvPr/>
        </p:nvCxnSpPr>
        <p:spPr>
          <a:xfrm>
            <a:off x="4103375" y="1113175"/>
            <a:ext cx="0" cy="3294600"/>
          </a:xfrm>
          <a:prstGeom prst="straightConnector1">
            <a:avLst/>
          </a:prstGeom>
          <a:noFill/>
          <a:ln cap="flat" cmpd="sng" w="28575">
            <a:solidFill>
              <a:schemeClr val="dk1"/>
            </a:solidFill>
            <a:prstDash val="solid"/>
            <a:round/>
            <a:headEnd len="med" w="med" type="none"/>
            <a:tailEnd len="med" w="med" type="none"/>
          </a:ln>
        </p:spPr>
      </p:cxnSp>
      <p:sp>
        <p:nvSpPr>
          <p:cNvPr id="609" name="Google Shape;609;p72"/>
          <p:cNvSpPr txBox="1"/>
          <p:nvPr/>
        </p:nvSpPr>
        <p:spPr>
          <a:xfrm>
            <a:off x="4775725" y="1236425"/>
            <a:ext cx="36756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3000">
                <a:solidFill>
                  <a:schemeClr val="dk1"/>
                </a:solidFill>
                <a:latin typeface="DM Sans"/>
                <a:ea typeface="DM Sans"/>
                <a:cs typeface="DM Sans"/>
                <a:sym typeface="DM Sans"/>
              </a:rPr>
              <a:t>DESCRIPTION</a:t>
            </a:r>
            <a:endParaRPr b="1" sz="3000">
              <a:solidFill>
                <a:schemeClr val="dk1"/>
              </a:solidFill>
              <a:latin typeface="DM Sans"/>
              <a:ea typeface="DM Sans"/>
              <a:cs typeface="DM Sans"/>
              <a:sym typeface="DM Sans"/>
            </a:endParaRPr>
          </a:p>
        </p:txBody>
      </p:sp>
      <p:pic>
        <p:nvPicPr>
          <p:cNvPr id="610" name="Google Shape;610;p72"/>
          <p:cNvPicPr preferRelativeResize="0"/>
          <p:nvPr/>
        </p:nvPicPr>
        <p:blipFill>
          <a:blip r:embed="rId4">
            <a:alphaModFix/>
          </a:blip>
          <a:stretch>
            <a:fillRect/>
          </a:stretch>
        </p:blipFill>
        <p:spPr>
          <a:xfrm>
            <a:off x="4405775" y="2104050"/>
            <a:ext cx="488300" cy="488300"/>
          </a:xfrm>
          <a:prstGeom prst="rect">
            <a:avLst/>
          </a:prstGeom>
          <a:noFill/>
          <a:ln>
            <a:noFill/>
          </a:ln>
        </p:spPr>
      </p:pic>
      <p:sp>
        <p:nvSpPr>
          <p:cNvPr id="611" name="Google Shape;611;p72"/>
          <p:cNvSpPr txBox="1"/>
          <p:nvPr/>
        </p:nvSpPr>
        <p:spPr>
          <a:xfrm>
            <a:off x="5196475" y="2104050"/>
            <a:ext cx="3350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DM Sans"/>
                <a:ea typeface="DM Sans"/>
                <a:cs typeface="DM Sans"/>
                <a:sym typeface="DM Sans"/>
              </a:rPr>
              <a:t>There are total 27950 users.</a:t>
            </a:r>
            <a:endParaRPr sz="1800">
              <a:solidFill>
                <a:schemeClr val="dk1"/>
              </a:solidFill>
              <a:latin typeface="DM Sans"/>
              <a:ea typeface="DM Sans"/>
              <a:cs typeface="DM Sans"/>
              <a:sym typeface="DM Sans"/>
            </a:endParaRPr>
          </a:p>
        </p:txBody>
      </p:sp>
      <p:pic>
        <p:nvPicPr>
          <p:cNvPr id="612" name="Google Shape;612;p72"/>
          <p:cNvPicPr preferRelativeResize="0"/>
          <p:nvPr/>
        </p:nvPicPr>
        <p:blipFill>
          <a:blip r:embed="rId5">
            <a:alphaModFix/>
          </a:blip>
          <a:stretch>
            <a:fillRect/>
          </a:stretch>
        </p:blipFill>
        <p:spPr>
          <a:xfrm>
            <a:off x="4405775" y="2813475"/>
            <a:ext cx="553400" cy="553400"/>
          </a:xfrm>
          <a:prstGeom prst="rect">
            <a:avLst/>
          </a:prstGeom>
          <a:noFill/>
          <a:ln>
            <a:noFill/>
          </a:ln>
        </p:spPr>
      </p:pic>
      <p:sp>
        <p:nvSpPr>
          <p:cNvPr id="613" name="Google Shape;613;p72"/>
          <p:cNvSpPr txBox="1"/>
          <p:nvPr/>
        </p:nvSpPr>
        <p:spPr>
          <a:xfrm>
            <a:off x="5201700" y="2720725"/>
            <a:ext cx="36306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DM Sans"/>
                <a:ea typeface="DM Sans"/>
                <a:cs typeface="DM Sans"/>
                <a:sym typeface="DM Sans"/>
              </a:rPr>
              <a:t>The Net Revenue of the Industry is </a:t>
            </a:r>
            <a:r>
              <a:rPr b="1" lang="en" sz="2000">
                <a:solidFill>
                  <a:srgbClr val="CFE2F3"/>
                </a:solidFill>
                <a:latin typeface="DM Sans"/>
                <a:ea typeface="DM Sans"/>
                <a:cs typeface="DM Sans"/>
                <a:sym typeface="DM Sans"/>
              </a:rPr>
              <a:t>213825.9</a:t>
            </a:r>
            <a:r>
              <a:rPr b="1" lang="en" sz="2000">
                <a:solidFill>
                  <a:schemeClr val="dk1"/>
                </a:solidFill>
                <a:latin typeface="DM Sans"/>
                <a:ea typeface="DM Sans"/>
                <a:cs typeface="DM Sans"/>
                <a:sym typeface="DM Sans"/>
              </a:rPr>
              <a:t> </a:t>
            </a:r>
            <a:r>
              <a:rPr lang="en">
                <a:solidFill>
                  <a:schemeClr val="dk1"/>
                </a:solidFill>
                <a:latin typeface="DM Sans"/>
                <a:ea typeface="DM Sans"/>
                <a:cs typeface="DM Sans"/>
                <a:sym typeface="DM Sans"/>
              </a:rPr>
              <a:t>rs</a:t>
            </a:r>
            <a:endParaRPr>
              <a:solidFill>
                <a:schemeClr val="dk1"/>
              </a:solidFill>
              <a:latin typeface="DM Sans"/>
              <a:ea typeface="DM Sans"/>
              <a:cs typeface="DM Sans"/>
              <a:sym typeface="DM Sans"/>
            </a:endParaRPr>
          </a:p>
        </p:txBody>
      </p:sp>
      <p:pic>
        <p:nvPicPr>
          <p:cNvPr id="614" name="Google Shape;614;p72"/>
          <p:cNvPicPr preferRelativeResize="0"/>
          <p:nvPr/>
        </p:nvPicPr>
        <p:blipFill>
          <a:blip r:embed="rId6">
            <a:alphaModFix/>
          </a:blip>
          <a:stretch>
            <a:fillRect/>
          </a:stretch>
        </p:blipFill>
        <p:spPr>
          <a:xfrm>
            <a:off x="4405775" y="3761275"/>
            <a:ext cx="646500" cy="646500"/>
          </a:xfrm>
          <a:prstGeom prst="rect">
            <a:avLst/>
          </a:prstGeom>
          <a:noFill/>
          <a:ln>
            <a:noFill/>
          </a:ln>
        </p:spPr>
      </p:pic>
      <p:sp>
        <p:nvSpPr>
          <p:cNvPr id="615" name="Google Shape;615;p72"/>
          <p:cNvSpPr txBox="1"/>
          <p:nvPr/>
        </p:nvSpPr>
        <p:spPr>
          <a:xfrm>
            <a:off x="5201700" y="3761275"/>
            <a:ext cx="36306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DM Sans"/>
                <a:ea typeface="DM Sans"/>
                <a:cs typeface="DM Sans"/>
                <a:sym typeface="DM Sans"/>
              </a:rPr>
              <a:t>The Total Number of </a:t>
            </a:r>
            <a:r>
              <a:rPr b="1" lang="en" sz="1800">
                <a:solidFill>
                  <a:schemeClr val="dk1"/>
                </a:solidFill>
                <a:latin typeface="DM Sans"/>
                <a:ea typeface="DM Sans"/>
                <a:cs typeface="DM Sans"/>
                <a:sym typeface="DM Sans"/>
              </a:rPr>
              <a:t>8339 </a:t>
            </a:r>
            <a:r>
              <a:rPr lang="en" sz="1800">
                <a:solidFill>
                  <a:schemeClr val="dk1"/>
                </a:solidFill>
                <a:latin typeface="DM Sans"/>
                <a:ea typeface="DM Sans"/>
                <a:cs typeface="DM Sans"/>
                <a:sym typeface="DM Sans"/>
              </a:rPr>
              <a:t>calls have been done.</a:t>
            </a:r>
            <a:endParaRPr sz="1800">
              <a:solidFill>
                <a:schemeClr val="dk1"/>
              </a:solidFill>
              <a:latin typeface="DM Sans"/>
              <a:ea typeface="DM Sans"/>
              <a:cs typeface="DM Sans"/>
              <a:sym typeface="DM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73"/>
          <p:cNvSpPr txBox="1"/>
          <p:nvPr/>
        </p:nvSpPr>
        <p:spPr>
          <a:xfrm>
            <a:off x="4831950" y="218550"/>
            <a:ext cx="3753900" cy="470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DM Sans"/>
                <a:ea typeface="DM Sans"/>
                <a:cs typeface="DM Sans"/>
                <a:sym typeface="DM Sans"/>
              </a:rPr>
              <a:t>           </a:t>
            </a: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0" rtl="0" algn="l">
              <a:spcBef>
                <a:spcPts val="0"/>
              </a:spcBef>
              <a:spcAft>
                <a:spcPts val="0"/>
              </a:spcAft>
              <a:buNone/>
            </a:pPr>
            <a:r>
              <a:t/>
            </a:r>
            <a:endParaRPr>
              <a:solidFill>
                <a:schemeClr val="dk1"/>
              </a:solidFill>
              <a:latin typeface="DM Sans Medium"/>
              <a:ea typeface="DM Sans Medium"/>
              <a:cs typeface="DM Sans Medium"/>
              <a:sym typeface="DM Sans Medium"/>
            </a:endParaRPr>
          </a:p>
          <a:p>
            <a:pPr indent="-304800" lvl="0" marL="457200" rtl="0" algn="l">
              <a:spcBef>
                <a:spcPts val="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The average daily call volume is </a:t>
            </a:r>
            <a:r>
              <a:rPr b="1" lang="en" sz="1200">
                <a:solidFill>
                  <a:schemeClr val="dk1"/>
                </a:solidFill>
                <a:latin typeface="DM Sans"/>
                <a:ea typeface="DM Sans"/>
                <a:cs typeface="DM Sans"/>
                <a:sym typeface="DM Sans"/>
              </a:rPr>
              <a:t>250</a:t>
            </a:r>
            <a:r>
              <a:rPr lang="en" sz="1200">
                <a:solidFill>
                  <a:schemeClr val="dk1"/>
                </a:solidFill>
                <a:latin typeface="DM Sans Medium"/>
                <a:ea typeface="DM Sans Medium"/>
                <a:cs typeface="DM Sans Medium"/>
                <a:sym typeface="DM Sans Medium"/>
              </a:rPr>
              <a:t>.</a:t>
            </a:r>
            <a:endParaRPr sz="1200">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sz="1200">
              <a:solidFill>
                <a:schemeClr val="dk1"/>
              </a:solidFill>
              <a:latin typeface="DM Sans Medium"/>
              <a:ea typeface="DM Sans Medium"/>
              <a:cs typeface="DM Sans Medium"/>
              <a:sym typeface="DM Sans Medium"/>
            </a:endParaRPr>
          </a:p>
          <a:p>
            <a:pPr indent="-304800" lvl="0" marL="457200" rtl="0" algn="l">
              <a:spcBef>
                <a:spcPts val="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On 10/12/23 there was highest call volume i.e </a:t>
            </a:r>
            <a:r>
              <a:rPr b="1" lang="en" sz="1200">
                <a:solidFill>
                  <a:schemeClr val="dk1"/>
                </a:solidFill>
                <a:latin typeface="DM Sans"/>
                <a:ea typeface="DM Sans"/>
                <a:cs typeface="DM Sans"/>
                <a:sym typeface="DM Sans"/>
              </a:rPr>
              <a:t>429</a:t>
            </a:r>
            <a:r>
              <a:rPr lang="en" sz="1200">
                <a:solidFill>
                  <a:schemeClr val="dk1"/>
                </a:solidFill>
                <a:latin typeface="DM Sans Medium"/>
                <a:ea typeface="DM Sans Medium"/>
                <a:cs typeface="DM Sans Medium"/>
                <a:sym typeface="DM Sans Medium"/>
              </a:rPr>
              <a:t>.</a:t>
            </a:r>
            <a:endParaRPr sz="1200">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sz="1200">
              <a:solidFill>
                <a:schemeClr val="dk1"/>
              </a:solidFill>
              <a:latin typeface="DM Sans Medium"/>
              <a:ea typeface="DM Sans Medium"/>
              <a:cs typeface="DM Sans Medium"/>
              <a:sym typeface="DM Sans Medium"/>
            </a:endParaRPr>
          </a:p>
          <a:p>
            <a:pPr indent="-304800" lvl="0" marL="457200" rtl="0" algn="l">
              <a:spcBef>
                <a:spcPts val="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On 03/01/2024 there was lowest call volume i.e. </a:t>
            </a:r>
            <a:r>
              <a:rPr b="1" lang="en" sz="1200">
                <a:solidFill>
                  <a:schemeClr val="dk1"/>
                </a:solidFill>
                <a:latin typeface="DM Sans"/>
                <a:ea typeface="DM Sans"/>
                <a:cs typeface="DM Sans"/>
                <a:sym typeface="DM Sans"/>
              </a:rPr>
              <a:t>107</a:t>
            </a:r>
            <a:r>
              <a:rPr lang="en" sz="1200">
                <a:solidFill>
                  <a:schemeClr val="dk1"/>
                </a:solidFill>
                <a:latin typeface="DM Sans Medium"/>
                <a:ea typeface="DM Sans Medium"/>
                <a:cs typeface="DM Sans Medium"/>
                <a:sym typeface="DM Sans Medium"/>
              </a:rPr>
              <a:t>.</a:t>
            </a:r>
            <a:endParaRPr sz="1200">
              <a:solidFill>
                <a:schemeClr val="dk1"/>
              </a:solidFill>
              <a:latin typeface="DM Sans Medium"/>
              <a:ea typeface="DM Sans Medium"/>
              <a:cs typeface="DM Sans Medium"/>
              <a:sym typeface="DM Sans Medium"/>
            </a:endParaRPr>
          </a:p>
          <a:p>
            <a:pPr indent="0" lvl="0" marL="0" rtl="0" algn="l">
              <a:spcBef>
                <a:spcPts val="0"/>
              </a:spcBef>
              <a:spcAft>
                <a:spcPts val="0"/>
              </a:spcAft>
              <a:buNone/>
            </a:pPr>
            <a:r>
              <a:t/>
            </a:r>
            <a:endParaRPr sz="1200">
              <a:solidFill>
                <a:schemeClr val="dk1"/>
              </a:solidFill>
              <a:latin typeface="DM Sans Medium"/>
              <a:ea typeface="DM Sans Medium"/>
              <a:cs typeface="DM Sans Medium"/>
              <a:sym typeface="DM Sans Medium"/>
            </a:endParaRPr>
          </a:p>
          <a:p>
            <a:pPr indent="-304800" lvl="0" marL="457200" rtl="0" algn="l">
              <a:spcBef>
                <a:spcPts val="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December : Highest call volume.</a:t>
            </a:r>
            <a:endParaRPr sz="1200">
              <a:solidFill>
                <a:schemeClr val="dk1"/>
              </a:solidFill>
              <a:latin typeface="DM Sans Medium"/>
              <a:ea typeface="DM Sans Medium"/>
              <a:cs typeface="DM Sans Medium"/>
              <a:sym typeface="DM Sans Medium"/>
            </a:endParaRPr>
          </a:p>
          <a:p>
            <a:pPr indent="0" lvl="0" marL="0" rtl="0" algn="l">
              <a:spcBef>
                <a:spcPts val="0"/>
              </a:spcBef>
              <a:spcAft>
                <a:spcPts val="0"/>
              </a:spcAft>
              <a:buNone/>
            </a:pPr>
            <a:r>
              <a:rPr lang="en" sz="1200">
                <a:solidFill>
                  <a:schemeClr val="dk1"/>
                </a:solidFill>
                <a:latin typeface="DM Sans Medium"/>
                <a:ea typeface="DM Sans Medium"/>
                <a:cs typeface="DM Sans Medium"/>
                <a:sym typeface="DM Sans Medium"/>
              </a:rPr>
              <a:t>          January : Lowest call volume.</a:t>
            </a:r>
            <a:endParaRPr sz="1200">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sz="1200">
              <a:solidFill>
                <a:schemeClr val="dk1"/>
              </a:solidFill>
              <a:latin typeface="DM Sans Medium"/>
              <a:ea typeface="DM Sans Medium"/>
              <a:cs typeface="DM Sans Medium"/>
              <a:sym typeface="DM Sans Medium"/>
            </a:endParaRPr>
          </a:p>
          <a:p>
            <a:pPr indent="-304800" lvl="0" marL="457200" rtl="0" algn="l">
              <a:spcBef>
                <a:spcPts val="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Call centre receive approx. </a:t>
            </a:r>
            <a:r>
              <a:rPr b="1" lang="en" sz="1200">
                <a:solidFill>
                  <a:schemeClr val="dk1"/>
                </a:solidFill>
                <a:latin typeface="DM Sans"/>
                <a:ea typeface="DM Sans"/>
                <a:cs typeface="DM Sans"/>
                <a:sym typeface="DM Sans"/>
              </a:rPr>
              <a:t>250 </a:t>
            </a:r>
            <a:r>
              <a:rPr lang="en" sz="1200">
                <a:solidFill>
                  <a:schemeClr val="dk1"/>
                </a:solidFill>
                <a:latin typeface="DM Sans Medium"/>
                <a:ea typeface="DM Sans Medium"/>
                <a:cs typeface="DM Sans Medium"/>
                <a:sym typeface="DM Sans Medium"/>
              </a:rPr>
              <a:t>calls per day but only </a:t>
            </a:r>
            <a:r>
              <a:rPr b="1" lang="en" sz="1200">
                <a:solidFill>
                  <a:schemeClr val="dk1"/>
                </a:solidFill>
                <a:latin typeface="DM Sans"/>
                <a:ea typeface="DM Sans"/>
                <a:cs typeface="DM Sans"/>
                <a:sym typeface="DM Sans"/>
              </a:rPr>
              <a:t>40.77%</a:t>
            </a:r>
            <a:r>
              <a:rPr lang="en" sz="1200">
                <a:solidFill>
                  <a:schemeClr val="dk1"/>
                </a:solidFill>
                <a:latin typeface="DM Sans Medium"/>
                <a:ea typeface="DM Sans Medium"/>
                <a:cs typeface="DM Sans Medium"/>
                <a:sym typeface="DM Sans Medium"/>
              </a:rPr>
              <a:t> of calls gets complete in total from astrologer side.</a:t>
            </a:r>
            <a:endParaRPr sz="1200">
              <a:solidFill>
                <a:schemeClr val="dk1"/>
              </a:solidFill>
              <a:latin typeface="DM Sans Medium"/>
              <a:ea typeface="DM Sans Medium"/>
              <a:cs typeface="DM Sans Medium"/>
              <a:sym typeface="DM Sans Medium"/>
            </a:endParaRPr>
          </a:p>
          <a:p>
            <a:pPr indent="0" lvl="0" marL="0" rtl="0" algn="l">
              <a:spcBef>
                <a:spcPts val="0"/>
              </a:spcBef>
              <a:spcAft>
                <a:spcPts val="0"/>
              </a:spcAft>
              <a:buClr>
                <a:srgbClr val="000000"/>
              </a:buClr>
              <a:buFont typeface="Arial"/>
              <a:buNone/>
            </a:pPr>
            <a:r>
              <a:rPr lang="en" sz="1200">
                <a:solidFill>
                  <a:schemeClr val="dk1"/>
                </a:solidFill>
                <a:latin typeface="DM Sans Medium"/>
                <a:ea typeface="DM Sans Medium"/>
                <a:cs typeface="DM Sans Medium"/>
                <a:sym typeface="DM Sans Medium"/>
              </a:rPr>
              <a:t> </a:t>
            </a:r>
            <a:endParaRPr sz="1200">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rPr b="1" lang="en" sz="1200" u="sng">
                <a:solidFill>
                  <a:schemeClr val="dk1"/>
                </a:solidFill>
                <a:latin typeface="DM Sans"/>
                <a:ea typeface="DM Sans"/>
                <a:cs typeface="DM Sans"/>
                <a:sym typeface="DM Sans"/>
              </a:rPr>
              <a:t>RECOMMENDATION</a:t>
            </a:r>
            <a:endParaRPr sz="1200">
              <a:solidFill>
                <a:schemeClr val="dk1"/>
              </a:solidFill>
              <a:latin typeface="DM Sans Medium"/>
              <a:ea typeface="DM Sans Medium"/>
              <a:cs typeface="DM Sans Medium"/>
              <a:sym typeface="DM Sans Medium"/>
            </a:endParaRPr>
          </a:p>
          <a:p>
            <a:pPr indent="-304800" lvl="0" marL="457200" rtl="0" algn="l">
              <a:spcBef>
                <a:spcPts val="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There is a need of hiring new skilled agents and freelancers to manage the workload of existing agents.</a:t>
            </a:r>
            <a:endParaRPr sz="1200">
              <a:solidFill>
                <a:schemeClr val="dk1"/>
              </a:solidFill>
              <a:latin typeface="DM Sans Medium"/>
              <a:ea typeface="DM Sans Medium"/>
              <a:cs typeface="DM Sans Medium"/>
              <a:sym typeface="DM Sans Medium"/>
            </a:endParaRPr>
          </a:p>
        </p:txBody>
      </p:sp>
      <p:pic>
        <p:nvPicPr>
          <p:cNvPr id="621" name="Google Shape;621;p73" title="Chart"/>
          <p:cNvPicPr preferRelativeResize="0"/>
          <p:nvPr/>
        </p:nvPicPr>
        <p:blipFill>
          <a:blip r:embed="rId3">
            <a:alphaModFix/>
          </a:blip>
          <a:stretch>
            <a:fillRect/>
          </a:stretch>
        </p:blipFill>
        <p:spPr>
          <a:xfrm>
            <a:off x="652200" y="216700"/>
            <a:ext cx="3014150" cy="4829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74"/>
          <p:cNvSpPr txBox="1"/>
          <p:nvPr/>
        </p:nvSpPr>
        <p:spPr>
          <a:xfrm>
            <a:off x="5492900" y="227900"/>
            <a:ext cx="3440100" cy="46281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457200" rtl="0" algn="l">
              <a:spcBef>
                <a:spcPts val="0"/>
              </a:spcBef>
              <a:spcAft>
                <a:spcPts val="0"/>
              </a:spcAft>
              <a:buNone/>
            </a:pPr>
            <a:r>
              <a:t/>
            </a:r>
            <a:endParaRPr b="1" u="sng">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Satisfied user (Rating-5,6,7,8) = </a:t>
            </a:r>
            <a:endParaRPr>
              <a:solidFill>
                <a:schemeClr val="dk1"/>
              </a:solidFill>
              <a:latin typeface="Calibri"/>
              <a:ea typeface="Calibri"/>
              <a:cs typeface="Calibri"/>
              <a:sym typeface="Calibri"/>
            </a:endParaRPr>
          </a:p>
          <a:p>
            <a:pPr indent="0" lvl="0" marL="457200" rtl="0" algn="l">
              <a:spcBef>
                <a:spcPts val="0"/>
              </a:spcBef>
              <a:spcAft>
                <a:spcPts val="0"/>
              </a:spcAft>
              <a:buNone/>
            </a:pPr>
            <a:r>
              <a:rPr b="1" lang="en">
                <a:solidFill>
                  <a:schemeClr val="dk1"/>
                </a:solidFill>
                <a:latin typeface="Calibri"/>
                <a:ea typeface="Calibri"/>
                <a:cs typeface="Calibri"/>
                <a:sym typeface="Calibri"/>
              </a:rPr>
              <a:t>37.13%</a:t>
            </a:r>
            <a:endParaRPr b="1">
              <a:solidFill>
                <a:schemeClr val="dk1"/>
              </a:solidFill>
            </a:endParaRPr>
          </a:p>
          <a:p>
            <a:pPr indent="0" lvl="0" marL="457200" rtl="0" algn="l">
              <a:spcBef>
                <a:spcPts val="0"/>
              </a:spcBef>
              <a:spcAft>
                <a:spcPts val="0"/>
              </a:spcAft>
              <a:buNone/>
            </a:pPr>
            <a:r>
              <a:t/>
            </a:r>
            <a:endParaRPr b="1">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Unsatisfied user (Rating-0,1,2,3,4) =</a:t>
            </a:r>
            <a:r>
              <a:rPr b="1" lang="en">
                <a:solidFill>
                  <a:schemeClr val="dk1"/>
                </a:solidFill>
                <a:latin typeface="Calibri"/>
                <a:ea typeface="Calibri"/>
                <a:cs typeface="Calibri"/>
                <a:sym typeface="Calibri"/>
              </a:rPr>
              <a:t>  62.87%</a:t>
            </a:r>
            <a:endParaRPr b="1">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Out of </a:t>
            </a:r>
            <a:r>
              <a:rPr b="1" lang="en">
                <a:solidFill>
                  <a:schemeClr val="dk1"/>
                </a:solidFill>
                <a:latin typeface="Calibri"/>
                <a:ea typeface="Calibri"/>
                <a:cs typeface="Calibri"/>
                <a:sym typeface="Calibri"/>
              </a:rPr>
              <a:t>8339 </a:t>
            </a:r>
            <a:r>
              <a:rPr lang="en">
                <a:solidFill>
                  <a:schemeClr val="dk1"/>
                </a:solidFill>
                <a:latin typeface="Calibri"/>
                <a:ea typeface="Calibri"/>
                <a:cs typeface="Calibri"/>
                <a:sym typeface="Calibri"/>
              </a:rPr>
              <a:t>calls only </a:t>
            </a:r>
            <a:r>
              <a:rPr b="1" lang="en">
                <a:solidFill>
                  <a:schemeClr val="dk1"/>
                </a:solidFill>
                <a:latin typeface="Calibri"/>
                <a:ea typeface="Calibri"/>
                <a:cs typeface="Calibri"/>
                <a:sym typeface="Calibri"/>
              </a:rPr>
              <a:t>3542 </a:t>
            </a:r>
            <a:r>
              <a:rPr lang="en">
                <a:solidFill>
                  <a:schemeClr val="dk1"/>
                </a:solidFill>
                <a:latin typeface="Calibri"/>
                <a:ea typeface="Calibri"/>
                <a:cs typeface="Calibri"/>
                <a:sym typeface="Calibri"/>
              </a:rPr>
              <a:t>calls are getting completed, which is </a:t>
            </a:r>
            <a:r>
              <a:rPr b="1" lang="en">
                <a:solidFill>
                  <a:schemeClr val="dk1"/>
                </a:solidFill>
                <a:latin typeface="Calibri"/>
                <a:ea typeface="Calibri"/>
                <a:cs typeface="Calibri"/>
                <a:sym typeface="Calibri"/>
              </a:rPr>
              <a:t>40.77%.</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 remaining  </a:t>
            </a:r>
            <a:r>
              <a:rPr b="1" lang="en">
                <a:solidFill>
                  <a:schemeClr val="dk1"/>
                </a:solidFill>
                <a:latin typeface="Calibri"/>
                <a:ea typeface="Calibri"/>
                <a:cs typeface="Calibri"/>
                <a:sym typeface="Calibri"/>
              </a:rPr>
              <a:t>59.23% </a:t>
            </a:r>
            <a:r>
              <a:rPr lang="en">
                <a:solidFill>
                  <a:schemeClr val="dk1"/>
                </a:solidFill>
                <a:latin typeface="Calibri"/>
                <a:ea typeface="Calibri"/>
                <a:cs typeface="Calibri"/>
                <a:sym typeface="Calibri"/>
              </a:rPr>
              <a:t>of users are not getting the service despite of booking the call session.</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0" lvl="0" marL="457200" rtl="0" algn="l">
              <a:spcBef>
                <a:spcPts val="0"/>
              </a:spcBef>
              <a:spcAft>
                <a:spcPts val="0"/>
              </a:spcAft>
              <a:buNone/>
            </a:pPr>
            <a:r>
              <a:rPr b="1" lang="en" u="sng">
                <a:solidFill>
                  <a:schemeClr val="dk1"/>
                </a:solidFill>
                <a:latin typeface="Calibri"/>
                <a:ea typeface="Calibri"/>
                <a:cs typeface="Calibri"/>
                <a:sym typeface="Calibri"/>
              </a:rPr>
              <a:t>RECOMMENDATION</a:t>
            </a:r>
            <a:r>
              <a:rPr b="1" lang="en">
                <a:solidFill>
                  <a:schemeClr val="dk1"/>
                </a:solidFill>
                <a:latin typeface="Calibri"/>
                <a:ea typeface="Calibri"/>
                <a:cs typeface="Calibri"/>
                <a:sym typeface="Calibri"/>
              </a:rPr>
              <a:t> </a:t>
            </a:r>
            <a:endParaRPr b="1">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Invest in training programs for the agents, by which they will get training to give better service to the users and manage time properly.</a:t>
            </a:r>
            <a:endParaRPr>
              <a:solidFill>
                <a:schemeClr val="dk1"/>
              </a:solidFill>
            </a:endParaRPr>
          </a:p>
          <a:p>
            <a:pPr indent="0" lvl="0" marL="457200" rtl="0" algn="l">
              <a:spcBef>
                <a:spcPts val="0"/>
              </a:spcBef>
              <a:spcAft>
                <a:spcPts val="0"/>
              </a:spcAft>
              <a:buNone/>
            </a:pPr>
            <a:r>
              <a:t/>
            </a:r>
            <a:endParaRPr b="1" u="sng">
              <a:solidFill>
                <a:schemeClr val="dk1"/>
              </a:solidFill>
              <a:latin typeface="DM Sans"/>
              <a:ea typeface="DM Sans"/>
              <a:cs typeface="DM Sans"/>
              <a:sym typeface="DM Sans"/>
            </a:endParaRPr>
          </a:p>
        </p:txBody>
      </p:sp>
      <p:pic>
        <p:nvPicPr>
          <p:cNvPr id="627" name="Google Shape;627;p74" title="Chart"/>
          <p:cNvPicPr preferRelativeResize="0"/>
          <p:nvPr/>
        </p:nvPicPr>
        <p:blipFill>
          <a:blip r:embed="rId3">
            <a:alphaModFix/>
          </a:blip>
          <a:stretch>
            <a:fillRect/>
          </a:stretch>
        </p:blipFill>
        <p:spPr>
          <a:xfrm>
            <a:off x="124925" y="573700"/>
            <a:ext cx="5188099" cy="36356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5"/>
          <p:cNvSpPr txBox="1"/>
          <p:nvPr/>
        </p:nvSpPr>
        <p:spPr>
          <a:xfrm>
            <a:off x="5111900" y="272725"/>
            <a:ext cx="3798900" cy="4680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457200" rtl="0" algn="l">
              <a:spcBef>
                <a:spcPts val="0"/>
              </a:spcBef>
              <a:spcAft>
                <a:spcPts val="0"/>
              </a:spcAft>
              <a:buNone/>
            </a:pPr>
            <a:r>
              <a:t/>
            </a:r>
            <a:endParaRPr u="sng">
              <a:solidFill>
                <a:schemeClr val="dk1"/>
              </a:solidFill>
              <a:latin typeface="DM Sans Medium"/>
              <a:ea typeface="DM Sans Medium"/>
              <a:cs typeface="DM Sans Medium"/>
              <a:sym typeface="DM Sans Medium"/>
            </a:endParaRPr>
          </a:p>
          <a:p>
            <a:pPr indent="-304800" lvl="0" marL="457200" rtl="0" algn="l">
              <a:lnSpc>
                <a:spcPct val="107000"/>
              </a:lnSpc>
              <a:spcBef>
                <a:spcPts val="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The 78.69% of the total net income for the company comes from Call service only.</a:t>
            </a:r>
            <a:endParaRPr sz="1200">
              <a:solidFill>
                <a:schemeClr val="dk1"/>
              </a:solidFill>
              <a:latin typeface="DM Sans Medium"/>
              <a:ea typeface="DM Sans Medium"/>
              <a:cs typeface="DM Sans Medium"/>
              <a:sym typeface="DM Sans Medium"/>
            </a:endParaRPr>
          </a:p>
          <a:p>
            <a:pPr indent="0" lvl="0" marL="457200" rtl="0" algn="l">
              <a:lnSpc>
                <a:spcPct val="107000"/>
              </a:lnSpc>
              <a:spcBef>
                <a:spcPts val="0"/>
              </a:spcBef>
              <a:spcAft>
                <a:spcPts val="0"/>
              </a:spcAft>
              <a:buNone/>
            </a:pPr>
            <a:r>
              <a:t/>
            </a:r>
            <a:endParaRPr sz="1200">
              <a:solidFill>
                <a:schemeClr val="dk1"/>
              </a:solidFill>
              <a:latin typeface="DM Sans Medium"/>
              <a:ea typeface="DM Sans Medium"/>
              <a:cs typeface="DM Sans Medium"/>
              <a:sym typeface="DM Sans Medium"/>
            </a:endParaRPr>
          </a:p>
          <a:p>
            <a:pPr indent="-304800" lvl="0" marL="457200" rtl="0" algn="l">
              <a:lnSpc>
                <a:spcPct val="107000"/>
              </a:lnSpc>
              <a:spcBef>
                <a:spcPts val="80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And the 78.44% of the total income for the astrologer comes from Call service.</a:t>
            </a:r>
            <a:endParaRPr sz="1200">
              <a:solidFill>
                <a:schemeClr val="dk1"/>
              </a:solidFill>
              <a:latin typeface="DM Sans Medium"/>
              <a:ea typeface="DM Sans Medium"/>
              <a:cs typeface="DM Sans Medium"/>
              <a:sym typeface="DM Sans Medium"/>
            </a:endParaRPr>
          </a:p>
          <a:p>
            <a:pPr indent="0" lvl="0" marL="457200" rtl="0" algn="l">
              <a:lnSpc>
                <a:spcPct val="107000"/>
              </a:lnSpc>
              <a:spcBef>
                <a:spcPts val="800"/>
              </a:spcBef>
              <a:spcAft>
                <a:spcPts val="0"/>
              </a:spcAft>
              <a:buNone/>
            </a:pPr>
            <a:r>
              <a:t/>
            </a:r>
            <a:endParaRPr sz="1200">
              <a:solidFill>
                <a:schemeClr val="dk1"/>
              </a:solidFill>
              <a:latin typeface="DM Sans Medium"/>
              <a:ea typeface="DM Sans Medium"/>
              <a:cs typeface="DM Sans Medium"/>
              <a:sym typeface="DM Sans Medium"/>
            </a:endParaRPr>
          </a:p>
          <a:p>
            <a:pPr indent="-304800" lvl="0" marL="457200" rtl="0" algn="l">
              <a:lnSpc>
                <a:spcPct val="107000"/>
              </a:lnSpc>
              <a:spcBef>
                <a:spcPts val="80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Total revenue = 213825.9 rs.</a:t>
            </a:r>
            <a:endParaRPr sz="1200">
              <a:solidFill>
                <a:schemeClr val="dk1"/>
              </a:solidFill>
              <a:latin typeface="DM Sans Medium"/>
              <a:ea typeface="DM Sans Medium"/>
              <a:cs typeface="DM Sans Medium"/>
              <a:sym typeface="DM Sans Medium"/>
            </a:endParaRPr>
          </a:p>
          <a:p>
            <a:pPr indent="0" lvl="0" marL="457200" rtl="0" algn="l">
              <a:lnSpc>
                <a:spcPct val="107000"/>
              </a:lnSpc>
              <a:spcBef>
                <a:spcPts val="800"/>
              </a:spcBef>
              <a:spcAft>
                <a:spcPts val="0"/>
              </a:spcAft>
              <a:buNone/>
            </a:pPr>
            <a:r>
              <a:t/>
            </a:r>
            <a:endParaRPr sz="1200">
              <a:solidFill>
                <a:schemeClr val="dk1"/>
              </a:solidFill>
              <a:latin typeface="DM Sans Medium"/>
              <a:ea typeface="DM Sans Medium"/>
              <a:cs typeface="DM Sans Medium"/>
              <a:sym typeface="DM Sans Medium"/>
            </a:endParaRPr>
          </a:p>
          <a:p>
            <a:pPr indent="-304800" lvl="0" marL="457200" rtl="0" algn="l">
              <a:lnSpc>
                <a:spcPct val="107000"/>
              </a:lnSpc>
              <a:spcBef>
                <a:spcPts val="80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Correlation between net income and astrologer earning is 0.997,which suggests a very strong positive linear relationship between two variables.</a:t>
            </a:r>
            <a:endParaRPr sz="1200">
              <a:solidFill>
                <a:schemeClr val="dk1"/>
              </a:solidFill>
              <a:latin typeface="DM Sans Medium"/>
              <a:ea typeface="DM Sans Medium"/>
              <a:cs typeface="DM Sans Medium"/>
              <a:sym typeface="DM Sans Medium"/>
            </a:endParaRPr>
          </a:p>
          <a:p>
            <a:pPr indent="0" lvl="0" marL="457200" rtl="0" algn="l">
              <a:lnSpc>
                <a:spcPct val="107000"/>
              </a:lnSpc>
              <a:spcBef>
                <a:spcPts val="800"/>
              </a:spcBef>
              <a:spcAft>
                <a:spcPts val="0"/>
              </a:spcAft>
              <a:buNone/>
            </a:pPr>
            <a:r>
              <a:rPr lang="en" sz="1200" u="sng">
                <a:solidFill>
                  <a:schemeClr val="dk1"/>
                </a:solidFill>
                <a:latin typeface="DM Sans Medium"/>
                <a:ea typeface="DM Sans Medium"/>
                <a:cs typeface="DM Sans Medium"/>
                <a:sym typeface="DM Sans Medium"/>
              </a:rPr>
              <a:t>RECOMMENDATION</a:t>
            </a:r>
            <a:r>
              <a:rPr lang="en" sz="1200">
                <a:solidFill>
                  <a:schemeClr val="dk1"/>
                </a:solidFill>
                <a:latin typeface="DM Sans Medium"/>
                <a:ea typeface="DM Sans Medium"/>
                <a:cs typeface="DM Sans Medium"/>
                <a:sym typeface="DM Sans Medium"/>
              </a:rPr>
              <a:t> </a:t>
            </a:r>
            <a:endParaRPr sz="1200">
              <a:solidFill>
                <a:schemeClr val="dk1"/>
              </a:solidFill>
              <a:latin typeface="DM Sans Medium"/>
              <a:ea typeface="DM Sans Medium"/>
              <a:cs typeface="DM Sans Medium"/>
              <a:sym typeface="DM Sans Medium"/>
            </a:endParaRPr>
          </a:p>
          <a:p>
            <a:pPr indent="-304800" lvl="0" marL="457200" rtl="0" algn="l">
              <a:lnSpc>
                <a:spcPct val="107000"/>
              </a:lnSpc>
              <a:spcBef>
                <a:spcPts val="800"/>
              </a:spcBef>
              <a:spcAft>
                <a:spcPts val="0"/>
              </a:spcAft>
              <a:buClr>
                <a:schemeClr val="dk1"/>
              </a:buClr>
              <a:buSzPts val="1200"/>
              <a:buFont typeface="DM Sans Medium"/>
              <a:buChar char="★"/>
            </a:pPr>
            <a:r>
              <a:rPr lang="en" sz="1200">
                <a:solidFill>
                  <a:schemeClr val="dk1"/>
                </a:solidFill>
                <a:latin typeface="DM Sans Medium"/>
                <a:ea typeface="DM Sans Medium"/>
                <a:cs typeface="DM Sans Medium"/>
                <a:sym typeface="DM Sans Medium"/>
              </a:rPr>
              <a:t>So if the call service is a key revenue driver, investing in training programs would be a strategic move to sustain and enhance that success.</a:t>
            </a:r>
            <a:endParaRPr sz="1200" u="sng">
              <a:solidFill>
                <a:schemeClr val="dk1"/>
              </a:solidFill>
              <a:latin typeface="DM Sans Medium"/>
              <a:ea typeface="DM Sans Medium"/>
              <a:cs typeface="DM Sans Medium"/>
              <a:sym typeface="DM Sans Medium"/>
            </a:endParaRPr>
          </a:p>
        </p:txBody>
      </p:sp>
      <p:pic>
        <p:nvPicPr>
          <p:cNvPr id="633" name="Google Shape;633;p75" title="Chart"/>
          <p:cNvPicPr preferRelativeResize="0"/>
          <p:nvPr/>
        </p:nvPicPr>
        <p:blipFill>
          <a:blip r:embed="rId3">
            <a:alphaModFix/>
          </a:blip>
          <a:stretch>
            <a:fillRect/>
          </a:stretch>
        </p:blipFill>
        <p:spPr>
          <a:xfrm>
            <a:off x="212900" y="754575"/>
            <a:ext cx="4618876" cy="38436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76"/>
          <p:cNvSpPr txBox="1"/>
          <p:nvPr/>
        </p:nvSpPr>
        <p:spPr>
          <a:xfrm>
            <a:off x="5257600" y="250300"/>
            <a:ext cx="3574800" cy="4755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457200" rtl="0" algn="l">
              <a:spcBef>
                <a:spcPts val="0"/>
              </a:spcBef>
              <a:spcAft>
                <a:spcPts val="0"/>
              </a:spcAft>
              <a:buNone/>
            </a:pPr>
            <a:r>
              <a:t/>
            </a:r>
            <a:endParaRPr b="1" u="sng">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Around </a:t>
            </a:r>
            <a:r>
              <a:rPr b="1" lang="en">
                <a:solidFill>
                  <a:schemeClr val="dk1"/>
                </a:solidFill>
                <a:latin typeface="Calibri"/>
                <a:ea typeface="Calibri"/>
                <a:cs typeface="Calibri"/>
                <a:sym typeface="Calibri"/>
              </a:rPr>
              <a:t>8.00 am </a:t>
            </a:r>
            <a:r>
              <a:rPr lang="en">
                <a:solidFill>
                  <a:schemeClr val="dk1"/>
                </a:solidFill>
                <a:latin typeface="Calibri"/>
                <a:ea typeface="Calibri"/>
                <a:cs typeface="Calibri"/>
                <a:sym typeface="Calibri"/>
              </a:rPr>
              <a:t>the traffic of the callers are very </a:t>
            </a:r>
            <a:r>
              <a:rPr b="1" lang="en">
                <a:solidFill>
                  <a:schemeClr val="dk1"/>
                </a:solidFill>
                <a:latin typeface="Calibri"/>
                <a:ea typeface="Calibri"/>
                <a:cs typeface="Calibri"/>
                <a:sym typeface="Calibri"/>
              </a:rPr>
              <a:t>high</a:t>
            </a:r>
            <a:r>
              <a:rPr lang="en">
                <a:solidFill>
                  <a:schemeClr val="dk1"/>
                </a:solidFill>
                <a:latin typeface="Calibri"/>
                <a:ea typeface="Calibri"/>
                <a:cs typeface="Calibri"/>
                <a:sym typeface="Calibri"/>
              </a:rPr>
              <a:t>.</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Around </a:t>
            </a:r>
            <a:r>
              <a:rPr b="1" lang="en">
                <a:solidFill>
                  <a:schemeClr val="dk1"/>
                </a:solidFill>
                <a:latin typeface="Calibri"/>
                <a:ea typeface="Calibri"/>
                <a:cs typeface="Calibri"/>
                <a:sym typeface="Calibri"/>
              </a:rPr>
              <a:t>01.00 am </a:t>
            </a:r>
            <a:r>
              <a:rPr lang="en">
                <a:solidFill>
                  <a:schemeClr val="dk1"/>
                </a:solidFill>
                <a:latin typeface="Calibri"/>
                <a:ea typeface="Calibri"/>
                <a:cs typeface="Calibri"/>
                <a:sym typeface="Calibri"/>
              </a:rPr>
              <a:t>at night the traffic is very </a:t>
            </a:r>
            <a:r>
              <a:rPr b="1" lang="en">
                <a:solidFill>
                  <a:schemeClr val="dk1"/>
                </a:solidFill>
                <a:latin typeface="Calibri"/>
                <a:ea typeface="Calibri"/>
                <a:cs typeface="Calibri"/>
                <a:sym typeface="Calibri"/>
              </a:rPr>
              <a:t>low</a:t>
            </a:r>
            <a:r>
              <a:rPr lang="en">
                <a:solidFill>
                  <a:schemeClr val="dk1"/>
                </a:solidFill>
                <a:latin typeface="Calibri"/>
                <a:ea typeface="Calibri"/>
                <a:cs typeface="Calibri"/>
                <a:sym typeface="Calibri"/>
              </a:rPr>
              <a:t>.</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Approx</a:t>
            </a:r>
            <a:r>
              <a:rPr b="1" lang="en">
                <a:solidFill>
                  <a:schemeClr val="dk1"/>
                </a:solidFill>
                <a:latin typeface="Calibri"/>
                <a:ea typeface="Calibri"/>
                <a:cs typeface="Calibri"/>
                <a:sym typeface="Calibri"/>
              </a:rPr>
              <a:t> 660 </a:t>
            </a:r>
            <a:r>
              <a:rPr lang="en">
                <a:solidFill>
                  <a:schemeClr val="dk1"/>
                </a:solidFill>
                <a:latin typeface="Calibri"/>
                <a:ea typeface="Calibri"/>
                <a:cs typeface="Calibri"/>
                <a:sym typeface="Calibri"/>
              </a:rPr>
              <a:t>users calls around 8.00 am.</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There are only </a:t>
            </a:r>
            <a:r>
              <a:rPr b="1" lang="en">
                <a:solidFill>
                  <a:schemeClr val="dk1"/>
                </a:solidFill>
                <a:latin typeface="Calibri"/>
                <a:ea typeface="Calibri"/>
                <a:cs typeface="Calibri"/>
                <a:sym typeface="Calibri"/>
              </a:rPr>
              <a:t>150</a:t>
            </a:r>
            <a:r>
              <a:rPr lang="en">
                <a:solidFill>
                  <a:schemeClr val="dk1"/>
                </a:solidFill>
                <a:latin typeface="Calibri"/>
                <a:ea typeface="Calibri"/>
                <a:cs typeface="Calibri"/>
                <a:sym typeface="Calibri"/>
              </a:rPr>
              <a:t> agents.</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b="1">
              <a:solidFill>
                <a:schemeClr val="dk1"/>
              </a:solidFill>
              <a:latin typeface="Calibri"/>
              <a:ea typeface="Calibri"/>
              <a:cs typeface="Calibri"/>
              <a:sym typeface="Calibri"/>
            </a:endParaRPr>
          </a:p>
          <a:p>
            <a:pPr indent="0" lvl="0" marL="457200" rtl="0" algn="l">
              <a:spcBef>
                <a:spcPts val="0"/>
              </a:spcBef>
              <a:spcAft>
                <a:spcPts val="0"/>
              </a:spcAft>
              <a:buNone/>
            </a:pPr>
            <a:r>
              <a:rPr b="1" lang="en" u="sng">
                <a:solidFill>
                  <a:schemeClr val="dk1"/>
                </a:solidFill>
                <a:latin typeface="Calibri"/>
                <a:ea typeface="Calibri"/>
                <a:cs typeface="Calibri"/>
                <a:sym typeface="Calibri"/>
              </a:rPr>
              <a:t>RECOMMENDATION</a:t>
            </a:r>
            <a:r>
              <a:rPr lang="en">
                <a:solidFill>
                  <a:schemeClr val="dk1"/>
                </a:solidFill>
                <a:latin typeface="Calibri"/>
                <a:ea typeface="Calibri"/>
                <a:cs typeface="Calibri"/>
                <a:sym typeface="Calibri"/>
              </a:rPr>
              <a:t> </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Hire part time or freelancer agents , this reserve agents will balance the workload without increasing permanent cost.</a:t>
            </a:r>
            <a:endParaRPr>
              <a:solidFill>
                <a:schemeClr val="dk1"/>
              </a:solidFill>
              <a:latin typeface="Calibri"/>
              <a:ea typeface="Calibri"/>
              <a:cs typeface="Calibri"/>
              <a:sym typeface="Calibri"/>
            </a:endParaRPr>
          </a:p>
          <a:p>
            <a:pPr indent="-317500" lvl="0" marL="457200" rtl="0" algn="just">
              <a:lnSpc>
                <a:spcPct val="107000"/>
              </a:lnSpc>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Shift optimization- Optimizing more agents shifts to peak periods accordingly. Ensure that more agents are scheduled during high – traffics time.</a:t>
            </a:r>
            <a:endParaRPr b="1" u="sng">
              <a:solidFill>
                <a:schemeClr val="dk1"/>
              </a:solidFill>
              <a:latin typeface="DM Sans"/>
              <a:ea typeface="DM Sans"/>
              <a:cs typeface="DM Sans"/>
              <a:sym typeface="DM Sans"/>
            </a:endParaRPr>
          </a:p>
        </p:txBody>
      </p:sp>
      <p:pic>
        <p:nvPicPr>
          <p:cNvPr id="639" name="Google Shape;639;p76" title="Chart"/>
          <p:cNvPicPr preferRelativeResize="0"/>
          <p:nvPr/>
        </p:nvPicPr>
        <p:blipFill>
          <a:blip r:embed="rId3">
            <a:alphaModFix/>
          </a:blip>
          <a:stretch>
            <a:fillRect/>
          </a:stretch>
        </p:blipFill>
        <p:spPr>
          <a:xfrm>
            <a:off x="174800" y="859850"/>
            <a:ext cx="4952798" cy="342381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77"/>
          <p:cNvSpPr txBox="1"/>
          <p:nvPr/>
        </p:nvSpPr>
        <p:spPr>
          <a:xfrm>
            <a:off x="5380850" y="647700"/>
            <a:ext cx="3552300" cy="384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0" rtl="0" algn="l">
              <a:spcBef>
                <a:spcPts val="0"/>
              </a:spcBef>
              <a:spcAft>
                <a:spcPts val="0"/>
              </a:spcAft>
              <a:buNone/>
            </a:pPr>
            <a:r>
              <a:t/>
            </a:r>
            <a:endParaRPr b="1" u="sng">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7256 </a:t>
            </a:r>
            <a:r>
              <a:rPr lang="en">
                <a:solidFill>
                  <a:schemeClr val="dk1"/>
                </a:solidFill>
                <a:latin typeface="Calibri"/>
                <a:ea typeface="Calibri"/>
                <a:cs typeface="Calibri"/>
                <a:sym typeface="Calibri"/>
              </a:rPr>
              <a:t>times Guru gets the rating of </a:t>
            </a:r>
            <a:r>
              <a:rPr b="1" lang="en">
                <a:solidFill>
                  <a:schemeClr val="dk1"/>
                </a:solidFill>
                <a:latin typeface="Calibri"/>
                <a:ea typeface="Calibri"/>
                <a:cs typeface="Calibri"/>
                <a:sym typeface="Calibri"/>
              </a:rPr>
              <a:t>0.</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Satisfied user (Rating-5,6,7,8)</a:t>
            </a:r>
            <a:r>
              <a:rPr b="1" lang="en">
                <a:solidFill>
                  <a:schemeClr val="dk1"/>
                </a:solidFill>
                <a:latin typeface="Calibri"/>
                <a:ea typeface="Calibri"/>
                <a:cs typeface="Calibri"/>
                <a:sym typeface="Calibri"/>
              </a:rPr>
              <a:t> = 37.13%</a:t>
            </a:r>
            <a:r>
              <a:rPr lang="en">
                <a:solidFill>
                  <a:schemeClr val="dk1"/>
                </a:solidFill>
                <a:latin typeface="Calibri"/>
                <a:ea typeface="Calibri"/>
                <a:cs typeface="Calibri"/>
                <a:sym typeface="Calibri"/>
              </a:rPr>
              <a:t>  </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Unsatisfied user (Rating-0,1,2,3,4)</a:t>
            </a:r>
            <a:r>
              <a:rPr b="1" lang="en">
                <a:solidFill>
                  <a:schemeClr val="dk1"/>
                </a:solidFill>
                <a:latin typeface="Calibri"/>
                <a:ea typeface="Calibri"/>
                <a:cs typeface="Calibri"/>
                <a:sym typeface="Calibri"/>
              </a:rPr>
              <a:t> =  62.87%</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0" lvl="0" marL="457200" rtl="0" algn="l">
              <a:spcBef>
                <a:spcPts val="0"/>
              </a:spcBef>
              <a:spcAft>
                <a:spcPts val="0"/>
              </a:spcAft>
              <a:buNone/>
            </a:pPr>
            <a:r>
              <a:rPr b="1" lang="en" u="sng">
                <a:solidFill>
                  <a:schemeClr val="dk1"/>
                </a:solidFill>
                <a:latin typeface="Calibri"/>
                <a:ea typeface="Calibri"/>
                <a:cs typeface="Calibri"/>
                <a:sym typeface="Calibri"/>
              </a:rPr>
              <a:t>RECOMMENDATION</a:t>
            </a:r>
            <a:endParaRPr b="1" u="sng">
              <a:solidFill>
                <a:schemeClr val="dk1"/>
              </a:solidFill>
            </a:endParaRPr>
          </a:p>
          <a:p>
            <a:pPr indent="0" lvl="0" marL="457200" rtl="0" algn="l">
              <a:spcBef>
                <a:spcPts val="0"/>
              </a:spcBef>
              <a:spcAft>
                <a:spcPts val="0"/>
              </a:spcAft>
              <a:buNone/>
            </a:pPr>
            <a:r>
              <a:rPr b="1" lang="en">
                <a:solidFill>
                  <a:schemeClr val="dk1"/>
                </a:solidFill>
                <a:latin typeface="Calibri"/>
                <a:ea typeface="Calibri"/>
                <a:cs typeface="Calibri"/>
                <a:sym typeface="Calibri"/>
              </a:rPr>
              <a:t>Company should run training program which include-</a:t>
            </a:r>
            <a:endParaRPr b="1">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Call Handling Techniques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Enhancing Skills</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Cross-Selling: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Adaptation to Growth</a:t>
            </a:r>
            <a:endParaRPr>
              <a:solidFill>
                <a:schemeClr val="dk1"/>
              </a:solidFill>
              <a:latin typeface="Calibri"/>
              <a:ea typeface="Calibri"/>
              <a:cs typeface="Calibri"/>
              <a:sym typeface="Calibri"/>
            </a:endParaRPr>
          </a:p>
          <a:p>
            <a:pPr indent="0" lvl="0" marL="0" rtl="0" algn="l">
              <a:spcBef>
                <a:spcPts val="0"/>
              </a:spcBef>
              <a:spcAft>
                <a:spcPts val="0"/>
              </a:spcAft>
              <a:buNone/>
            </a:pPr>
            <a:r>
              <a:t/>
            </a:r>
            <a:endParaRPr b="1" u="sng">
              <a:solidFill>
                <a:schemeClr val="dk1"/>
              </a:solidFill>
              <a:latin typeface="DM Sans"/>
              <a:ea typeface="DM Sans"/>
              <a:cs typeface="DM Sans"/>
              <a:sym typeface="DM Sans"/>
            </a:endParaRPr>
          </a:p>
        </p:txBody>
      </p:sp>
      <p:pic>
        <p:nvPicPr>
          <p:cNvPr id="645" name="Google Shape;645;p77" title="Chart"/>
          <p:cNvPicPr preferRelativeResize="0"/>
          <p:nvPr/>
        </p:nvPicPr>
        <p:blipFill>
          <a:blip r:embed="rId3">
            <a:alphaModFix/>
          </a:blip>
          <a:stretch>
            <a:fillRect/>
          </a:stretch>
        </p:blipFill>
        <p:spPr>
          <a:xfrm>
            <a:off x="152400" y="847525"/>
            <a:ext cx="4925901" cy="34484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78"/>
          <p:cNvSpPr/>
          <p:nvPr/>
        </p:nvSpPr>
        <p:spPr>
          <a:xfrm>
            <a:off x="882900" y="665550"/>
            <a:ext cx="3081600" cy="3812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600">
                <a:latin typeface="DM Sans"/>
                <a:ea typeface="DM Sans"/>
                <a:cs typeface="DM Sans"/>
                <a:sym typeface="DM Sans"/>
              </a:rPr>
              <a:t>Top 10 Guru’s</a:t>
            </a:r>
            <a:endParaRPr b="1" sz="1600">
              <a:latin typeface="DM Sans"/>
              <a:ea typeface="DM Sans"/>
              <a:cs typeface="DM Sans"/>
              <a:sym typeface="DM Sans"/>
            </a:endParaRPr>
          </a:p>
          <a:p>
            <a:pPr indent="0" lvl="0" marL="0" rtl="0" algn="ctr">
              <a:spcBef>
                <a:spcPts val="0"/>
              </a:spcBef>
              <a:spcAft>
                <a:spcPts val="0"/>
              </a:spcAft>
              <a:buNone/>
            </a:pPr>
            <a:r>
              <a:t/>
            </a:r>
            <a:endParaRPr b="1" sz="1600" u="sng">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Krishaa</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Ruchi</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Ashok</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Sonam S</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Divya</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Trisha</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Sakthi</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Tarot Gurpreet Kaur</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Tarot Vedika</a:t>
            </a:r>
            <a:endParaRPr sz="1600">
              <a:latin typeface="DM Sans"/>
              <a:ea typeface="DM Sans"/>
              <a:cs typeface="DM Sans"/>
              <a:sym typeface="DM Sans"/>
            </a:endParaRPr>
          </a:p>
          <a:p>
            <a:pPr indent="-330200" lvl="0" marL="457200" rtl="0" algn="l">
              <a:lnSpc>
                <a:spcPct val="115000"/>
              </a:lnSpc>
              <a:spcBef>
                <a:spcPts val="0"/>
              </a:spcBef>
              <a:spcAft>
                <a:spcPts val="0"/>
              </a:spcAft>
              <a:buSzPts val="1600"/>
              <a:buFont typeface="DM Sans"/>
              <a:buChar char="●"/>
            </a:pPr>
            <a:r>
              <a:rPr lang="en" sz="1600">
                <a:latin typeface="DM Sans"/>
                <a:ea typeface="DM Sans"/>
                <a:cs typeface="DM Sans"/>
                <a:sym typeface="DM Sans"/>
              </a:rPr>
              <a:t>Astro Seema</a:t>
            </a:r>
            <a:endParaRPr sz="1600">
              <a:latin typeface="DM Sans"/>
              <a:ea typeface="DM Sans"/>
              <a:cs typeface="DM Sans"/>
              <a:sym typeface="DM Sans"/>
            </a:endParaRPr>
          </a:p>
          <a:p>
            <a:pPr indent="0" lvl="0" marL="457200" rtl="0" algn="l">
              <a:spcBef>
                <a:spcPts val="0"/>
              </a:spcBef>
              <a:spcAft>
                <a:spcPts val="0"/>
              </a:spcAft>
              <a:buNone/>
            </a:pPr>
            <a:r>
              <a:t/>
            </a:r>
            <a:endParaRPr>
              <a:latin typeface="DM Sans"/>
              <a:ea typeface="DM Sans"/>
              <a:cs typeface="DM Sans"/>
              <a:sym typeface="DM Sans"/>
            </a:endParaRPr>
          </a:p>
        </p:txBody>
      </p:sp>
      <p:sp>
        <p:nvSpPr>
          <p:cNvPr id="651" name="Google Shape;651;p78"/>
          <p:cNvSpPr txBox="1"/>
          <p:nvPr/>
        </p:nvSpPr>
        <p:spPr>
          <a:xfrm>
            <a:off x="4943825" y="474425"/>
            <a:ext cx="3518700" cy="4494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457200" rtl="0" algn="l">
              <a:spcBef>
                <a:spcPts val="0"/>
              </a:spcBef>
              <a:spcAft>
                <a:spcPts val="0"/>
              </a:spcAft>
              <a:buNone/>
            </a:pPr>
            <a:r>
              <a:t/>
            </a:r>
            <a:endParaRPr b="1" u="sng">
              <a:solidFill>
                <a:schemeClr val="dk1"/>
              </a:solidFill>
              <a:latin typeface="DM Sans"/>
              <a:ea typeface="DM Sans"/>
              <a:cs typeface="DM Sans"/>
              <a:sym typeface="DM Sans"/>
            </a:endParaRPr>
          </a:p>
          <a:p>
            <a:pPr indent="-317500" lvl="0" marL="457200" rtl="0" algn="l">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Astro Krishaa </a:t>
            </a:r>
            <a:r>
              <a:rPr lang="en">
                <a:solidFill>
                  <a:schemeClr val="dk1"/>
                </a:solidFill>
                <a:latin typeface="Calibri"/>
                <a:ea typeface="Calibri"/>
                <a:cs typeface="Calibri"/>
                <a:sym typeface="Calibri"/>
              </a:rPr>
              <a:t>( Guru id -287 ) got the highest number of </a:t>
            </a:r>
            <a:r>
              <a:rPr b="1" lang="en">
                <a:solidFill>
                  <a:schemeClr val="dk1"/>
                </a:solidFill>
                <a:latin typeface="Calibri"/>
                <a:ea typeface="Calibri"/>
                <a:cs typeface="Calibri"/>
                <a:sym typeface="Calibri"/>
              </a:rPr>
              <a:t>8</a:t>
            </a:r>
            <a:r>
              <a:rPr lang="en">
                <a:solidFill>
                  <a:schemeClr val="dk1"/>
                </a:solidFill>
                <a:latin typeface="Calibri"/>
                <a:ea typeface="Calibri"/>
                <a:cs typeface="Calibri"/>
                <a:sym typeface="Calibri"/>
              </a:rPr>
              <a:t> which is </a:t>
            </a:r>
            <a:r>
              <a:rPr b="1" lang="en">
                <a:solidFill>
                  <a:schemeClr val="dk1"/>
                </a:solidFill>
                <a:latin typeface="Calibri"/>
                <a:ea typeface="Calibri"/>
                <a:cs typeface="Calibri"/>
                <a:sym typeface="Calibri"/>
              </a:rPr>
              <a:t>169 </a:t>
            </a:r>
            <a:r>
              <a:rPr lang="en">
                <a:solidFill>
                  <a:schemeClr val="dk1"/>
                </a:solidFill>
                <a:latin typeface="Calibri"/>
                <a:ea typeface="Calibri"/>
                <a:cs typeface="Calibri"/>
                <a:sym typeface="Calibri"/>
              </a:rPr>
              <a:t>times,</a:t>
            </a:r>
            <a:endParaRPr>
              <a:solidFill>
                <a:schemeClr val="dk1"/>
              </a:solidFill>
              <a:latin typeface="Calibri"/>
              <a:ea typeface="Calibri"/>
              <a:cs typeface="Calibri"/>
              <a:sym typeface="Calibri"/>
            </a:endParaRPr>
          </a:p>
          <a:p>
            <a:pPr indent="0" lvl="0" marL="457200" rtl="0" algn="l">
              <a:spcBef>
                <a:spcPts val="0"/>
              </a:spcBef>
              <a:spcAft>
                <a:spcPts val="0"/>
              </a:spcAft>
              <a:buNone/>
            </a:pPr>
            <a:r>
              <a:rPr lang="en">
                <a:solidFill>
                  <a:schemeClr val="dk1"/>
                </a:solidFill>
                <a:latin typeface="Calibri"/>
                <a:ea typeface="Calibri"/>
                <a:cs typeface="Calibri"/>
                <a:sym typeface="Calibri"/>
              </a:rPr>
              <a:t>which is highest satisfaction score earned guru.</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Astro  Yogendra </a:t>
            </a:r>
            <a:r>
              <a:rPr lang="en">
                <a:solidFill>
                  <a:schemeClr val="dk1"/>
                </a:solidFill>
                <a:latin typeface="Calibri"/>
                <a:ea typeface="Calibri"/>
                <a:cs typeface="Calibri"/>
                <a:sym typeface="Calibri"/>
              </a:rPr>
              <a:t>(Guru id- 201 ) got the highest number of </a:t>
            </a:r>
            <a:r>
              <a:rPr b="1" lang="en">
                <a:solidFill>
                  <a:schemeClr val="dk1"/>
                </a:solidFill>
                <a:latin typeface="Calibri"/>
                <a:ea typeface="Calibri"/>
                <a:cs typeface="Calibri"/>
                <a:sym typeface="Calibri"/>
              </a:rPr>
              <a:t>0</a:t>
            </a:r>
            <a:r>
              <a:rPr lang="en">
                <a:solidFill>
                  <a:schemeClr val="dk1"/>
                </a:solidFill>
                <a:latin typeface="Calibri"/>
                <a:ea typeface="Calibri"/>
                <a:cs typeface="Calibri"/>
                <a:sym typeface="Calibri"/>
              </a:rPr>
              <a:t> i.e. </a:t>
            </a:r>
            <a:r>
              <a:rPr b="1" lang="en">
                <a:solidFill>
                  <a:schemeClr val="dk1"/>
                </a:solidFill>
                <a:latin typeface="Calibri"/>
                <a:ea typeface="Calibri"/>
                <a:cs typeface="Calibri"/>
                <a:sym typeface="Calibri"/>
              </a:rPr>
              <a:t>493 </a:t>
            </a:r>
            <a:r>
              <a:rPr lang="en">
                <a:solidFill>
                  <a:schemeClr val="dk1"/>
                </a:solidFill>
                <a:latin typeface="Calibri"/>
                <a:ea typeface="Calibri"/>
                <a:cs typeface="Calibri"/>
                <a:sym typeface="Calibri"/>
              </a:rPr>
              <a:t>times , which is lowest satisfaction score earned guru.</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0" lvl="0" marL="457200" rtl="0" algn="l">
              <a:spcBef>
                <a:spcPts val="0"/>
              </a:spcBef>
              <a:spcAft>
                <a:spcPts val="0"/>
              </a:spcAft>
              <a:buNone/>
            </a:pPr>
            <a:r>
              <a:rPr b="1" lang="en" u="sng">
                <a:solidFill>
                  <a:schemeClr val="dk1"/>
                </a:solidFill>
                <a:latin typeface="Calibri"/>
                <a:ea typeface="Calibri"/>
                <a:cs typeface="Calibri"/>
                <a:sym typeface="Calibri"/>
              </a:rPr>
              <a:t>RECOMMENDATION</a:t>
            </a:r>
            <a:endParaRPr>
              <a:solidFill>
                <a:schemeClr val="dk1"/>
              </a:solidFill>
            </a:endParaRPr>
          </a:p>
          <a:p>
            <a:pPr indent="0" lvl="0" marL="457200" rtl="0" algn="l">
              <a:spcBef>
                <a:spcPts val="0"/>
              </a:spcBef>
              <a:spcAft>
                <a:spcPts val="0"/>
              </a:spcAft>
              <a:buNone/>
            </a:pPr>
            <a:r>
              <a:rPr b="1" lang="en">
                <a:solidFill>
                  <a:schemeClr val="dk1"/>
                </a:solidFill>
                <a:latin typeface="Calibri"/>
                <a:ea typeface="Calibri"/>
                <a:cs typeface="Calibri"/>
                <a:sym typeface="Calibri"/>
              </a:rPr>
              <a:t>Company can implement strategies like:</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Professional development and training.</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Clear performance metrics.</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Recognition and  reward.</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Upgrade technology and tools.</a:t>
            </a:r>
            <a:endParaRPr>
              <a:solidFill>
                <a:schemeClr val="dk1"/>
              </a:solidFill>
            </a:endParaRPr>
          </a:p>
          <a:p>
            <a:pPr indent="0" lvl="0" marL="457200" rtl="0" algn="l">
              <a:spcBef>
                <a:spcPts val="0"/>
              </a:spcBef>
              <a:spcAft>
                <a:spcPts val="0"/>
              </a:spcAft>
              <a:buNone/>
            </a:pPr>
            <a:r>
              <a:t/>
            </a:r>
            <a:endParaRPr b="1" u="sng">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79"/>
          <p:cNvSpPr txBox="1"/>
          <p:nvPr/>
        </p:nvSpPr>
        <p:spPr>
          <a:xfrm>
            <a:off x="5448100" y="78150"/>
            <a:ext cx="3507300" cy="4987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sz="1600" u="sng">
                <a:solidFill>
                  <a:schemeClr val="dk1"/>
                </a:solidFill>
                <a:latin typeface="DM Sans"/>
                <a:ea typeface="DM Sans"/>
                <a:cs typeface="DM Sans"/>
                <a:sym typeface="DM Sans"/>
              </a:rPr>
              <a:t>APPROACH</a:t>
            </a:r>
            <a:endParaRPr b="1" sz="1600" u="sng">
              <a:solidFill>
                <a:schemeClr val="dk1"/>
              </a:solidFill>
              <a:latin typeface="DM Sans"/>
              <a:ea typeface="DM Sans"/>
              <a:cs typeface="DM Sans"/>
              <a:sym typeface="DM Sans"/>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 </a:t>
            </a:r>
            <a:r>
              <a:rPr b="1" lang="en">
                <a:solidFill>
                  <a:schemeClr val="dk1"/>
                </a:solidFill>
                <a:latin typeface="Calibri"/>
                <a:ea typeface="Calibri"/>
                <a:cs typeface="Calibri"/>
                <a:sym typeface="Calibri"/>
              </a:rPr>
              <a:t>72 % </a:t>
            </a:r>
            <a:r>
              <a:rPr lang="en">
                <a:solidFill>
                  <a:schemeClr val="dk1"/>
                </a:solidFill>
                <a:latin typeface="Calibri"/>
                <a:ea typeface="Calibri"/>
                <a:cs typeface="Calibri"/>
                <a:sym typeface="Calibri"/>
              </a:rPr>
              <a:t>of users use </a:t>
            </a:r>
            <a:r>
              <a:rPr b="1" lang="en">
                <a:solidFill>
                  <a:schemeClr val="dk1"/>
                </a:solidFill>
                <a:latin typeface="Calibri"/>
                <a:ea typeface="Calibri"/>
                <a:cs typeface="Calibri"/>
                <a:sym typeface="Calibri"/>
              </a:rPr>
              <a:t>Gurucool</a:t>
            </a:r>
            <a:r>
              <a:rPr lang="en">
                <a:solidFill>
                  <a:schemeClr val="dk1"/>
                </a:solidFill>
                <a:latin typeface="Calibri"/>
                <a:ea typeface="Calibri"/>
                <a:cs typeface="Calibri"/>
                <a:sym typeface="Calibri"/>
              </a:rPr>
              <a:t> website.(Source of consultancy)</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b="1" lang="en">
                <a:solidFill>
                  <a:schemeClr val="dk1"/>
                </a:solidFill>
                <a:latin typeface="Calibri"/>
                <a:ea typeface="Calibri"/>
                <a:cs typeface="Calibri"/>
                <a:sym typeface="Calibri"/>
              </a:rPr>
              <a:t>28 % </a:t>
            </a:r>
            <a:r>
              <a:rPr lang="en">
                <a:solidFill>
                  <a:schemeClr val="dk1"/>
                </a:solidFill>
                <a:latin typeface="Calibri"/>
                <a:ea typeface="Calibri"/>
                <a:cs typeface="Calibri"/>
                <a:sym typeface="Calibri"/>
              </a:rPr>
              <a:t>of users use </a:t>
            </a:r>
            <a:r>
              <a:rPr b="1" lang="en">
                <a:solidFill>
                  <a:schemeClr val="dk1"/>
                </a:solidFill>
                <a:latin typeface="Calibri"/>
                <a:ea typeface="Calibri"/>
                <a:cs typeface="Calibri"/>
                <a:sym typeface="Calibri"/>
              </a:rPr>
              <a:t>App</a:t>
            </a:r>
            <a:r>
              <a:rPr lang="en">
                <a:solidFill>
                  <a:schemeClr val="dk1"/>
                </a:solidFill>
                <a:latin typeface="Calibri"/>
                <a:ea typeface="Calibri"/>
                <a:cs typeface="Calibri"/>
                <a:sym typeface="Calibri"/>
              </a:rPr>
              <a:t>. (Source of consultancy)</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Highest sales  generated by </a:t>
            </a:r>
            <a:r>
              <a:rPr b="1" lang="en">
                <a:solidFill>
                  <a:schemeClr val="dk1"/>
                </a:solidFill>
                <a:latin typeface="Calibri"/>
                <a:ea typeface="Calibri"/>
                <a:cs typeface="Calibri"/>
                <a:sym typeface="Calibri"/>
              </a:rPr>
              <a:t>App</a:t>
            </a:r>
            <a:r>
              <a:rPr lang="en">
                <a:solidFill>
                  <a:schemeClr val="dk1"/>
                </a:solidFill>
                <a:latin typeface="Calibri"/>
                <a:ea typeface="Calibri"/>
                <a:cs typeface="Calibri"/>
                <a:sym typeface="Calibri"/>
              </a:rPr>
              <a:t> i.e. </a:t>
            </a:r>
            <a:r>
              <a:rPr b="1" lang="en">
                <a:solidFill>
                  <a:schemeClr val="dk1"/>
                </a:solidFill>
                <a:latin typeface="Calibri"/>
                <a:ea typeface="Calibri"/>
                <a:cs typeface="Calibri"/>
                <a:sym typeface="Calibri"/>
              </a:rPr>
              <a:t>125267.38</a:t>
            </a:r>
            <a:endParaRPr>
              <a:solidFill>
                <a:schemeClr val="dk1"/>
              </a:solidFill>
            </a:endParaRPr>
          </a:p>
          <a:p>
            <a:pPr indent="0" lvl="0" marL="457200" rtl="0" algn="l">
              <a:spcBef>
                <a:spcPts val="0"/>
              </a:spcBef>
              <a:spcAft>
                <a:spcPts val="0"/>
              </a:spcAft>
              <a:buNone/>
            </a:pPr>
            <a:r>
              <a:t/>
            </a:r>
            <a:endParaRPr>
              <a:solidFill>
                <a:schemeClr val="dk1"/>
              </a:solidFill>
              <a:latin typeface="Calibri"/>
              <a:ea typeface="Calibri"/>
              <a:cs typeface="Calibri"/>
              <a:sym typeface="Calibri"/>
            </a:endParaRPr>
          </a:p>
          <a:p>
            <a:pPr indent="0" lvl="0" marL="457200" rtl="0" algn="l">
              <a:spcBef>
                <a:spcPts val="0"/>
              </a:spcBef>
              <a:spcAft>
                <a:spcPts val="0"/>
              </a:spcAft>
              <a:buNone/>
            </a:pPr>
            <a:r>
              <a:rPr b="1" lang="en" sz="1600" u="sng">
                <a:solidFill>
                  <a:schemeClr val="dk1"/>
                </a:solidFill>
                <a:latin typeface="Calibri"/>
                <a:ea typeface="Calibri"/>
                <a:cs typeface="Calibri"/>
                <a:sym typeface="Calibri"/>
              </a:rPr>
              <a:t>RECOMMENDATION</a:t>
            </a:r>
            <a:r>
              <a:rPr b="1" lang="en">
                <a:solidFill>
                  <a:schemeClr val="dk1"/>
                </a:solidFill>
                <a:latin typeface="Calibri"/>
                <a:ea typeface="Calibri"/>
                <a:cs typeface="Calibri"/>
                <a:sym typeface="Calibri"/>
              </a:rPr>
              <a:t> </a:t>
            </a:r>
            <a:endParaRPr b="1">
              <a:solidFill>
                <a:schemeClr val="dk1"/>
              </a:solidFill>
              <a:latin typeface="Calibri"/>
              <a:ea typeface="Calibri"/>
              <a:cs typeface="Calibri"/>
              <a:sym typeface="Calibri"/>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Gurucool is only one platform which  provide the service of the Chat to the users. </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But the average rating of the Gurucool is 2.72, which is the clear indicator of unsatisfied users.</a:t>
            </a:r>
            <a:endParaRPr>
              <a:solidFill>
                <a:schemeClr val="dk1"/>
              </a:solidFill>
            </a:endParaRPr>
          </a:p>
          <a:p>
            <a:pPr indent="-317500" lvl="0" marL="457200" rtl="0" algn="l">
              <a:spcBef>
                <a:spcPts val="0"/>
              </a:spcBef>
              <a:spcAft>
                <a:spcPts val="0"/>
              </a:spcAft>
              <a:buClr>
                <a:schemeClr val="dk1"/>
              </a:buClr>
              <a:buSzPts val="1400"/>
              <a:buFont typeface="Calibri"/>
              <a:buChar char="★"/>
            </a:pPr>
            <a:r>
              <a:rPr lang="en">
                <a:solidFill>
                  <a:schemeClr val="dk1"/>
                </a:solidFill>
                <a:latin typeface="Calibri"/>
                <a:ea typeface="Calibri"/>
                <a:cs typeface="Calibri"/>
                <a:sym typeface="Calibri"/>
              </a:rPr>
              <a:t>So it is very necessary to improve technology and provide satisfaction to the users </a:t>
            </a:r>
            <a:endParaRPr>
              <a:solidFill>
                <a:schemeClr val="dk1"/>
              </a:solidFill>
              <a:latin typeface="Calibri"/>
              <a:ea typeface="Calibri"/>
              <a:cs typeface="Calibri"/>
              <a:sym typeface="Calibri"/>
            </a:endParaRPr>
          </a:p>
          <a:p>
            <a:pPr indent="0" lvl="0" marL="457200" rtl="0" algn="l">
              <a:spcBef>
                <a:spcPts val="0"/>
              </a:spcBef>
              <a:spcAft>
                <a:spcPts val="0"/>
              </a:spcAft>
              <a:buNone/>
            </a:pPr>
            <a:r>
              <a:t/>
            </a:r>
            <a:endParaRPr b="1" u="sng">
              <a:solidFill>
                <a:schemeClr val="dk1"/>
              </a:solidFill>
              <a:latin typeface="DM Sans"/>
              <a:ea typeface="DM Sans"/>
              <a:cs typeface="DM Sans"/>
              <a:sym typeface="DM Sans"/>
            </a:endParaRPr>
          </a:p>
        </p:txBody>
      </p:sp>
      <p:pic>
        <p:nvPicPr>
          <p:cNvPr id="657" name="Google Shape;657;p79" title="Chart"/>
          <p:cNvPicPr preferRelativeResize="0"/>
          <p:nvPr/>
        </p:nvPicPr>
        <p:blipFill>
          <a:blip r:embed="rId3">
            <a:alphaModFix/>
          </a:blip>
          <a:stretch>
            <a:fillRect/>
          </a:stretch>
        </p:blipFill>
        <p:spPr>
          <a:xfrm>
            <a:off x="174825" y="578113"/>
            <a:ext cx="5082774" cy="39872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0"/>
          <p:cNvSpPr txBox="1"/>
          <p:nvPr/>
        </p:nvSpPr>
        <p:spPr>
          <a:xfrm>
            <a:off x="5167950" y="339950"/>
            <a:ext cx="3664200" cy="47100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457200" rtl="0" algn="l">
              <a:spcBef>
                <a:spcPts val="0"/>
              </a:spcBef>
              <a:spcAft>
                <a:spcPts val="0"/>
              </a:spcAft>
              <a:buNone/>
            </a:pPr>
            <a:r>
              <a:t/>
            </a:r>
            <a:endParaRPr u="sng">
              <a:solidFill>
                <a:schemeClr val="dk1"/>
              </a:solidFill>
              <a:latin typeface="DM Sans Medium"/>
              <a:ea typeface="DM Sans Medium"/>
              <a:cs typeface="DM Sans Medium"/>
              <a:sym typeface="DM Sans Medium"/>
            </a:endParaRPr>
          </a:p>
          <a:p>
            <a:pPr indent="-317500" lvl="0" marL="457200" rtl="0" algn="l">
              <a:spcBef>
                <a:spcPts val="0"/>
              </a:spcBef>
              <a:spcAft>
                <a:spcPts val="0"/>
              </a:spcAft>
              <a:buClr>
                <a:schemeClr val="dk1"/>
              </a:buClr>
              <a:buSzPts val="1400"/>
              <a:buFont typeface="DM Sans Medium"/>
              <a:buChar char="●"/>
            </a:pPr>
            <a:r>
              <a:rPr b="1" lang="en">
                <a:solidFill>
                  <a:schemeClr val="dk1"/>
                </a:solidFill>
                <a:latin typeface="DM Sans"/>
                <a:ea typeface="DM Sans"/>
                <a:cs typeface="DM Sans"/>
                <a:sym typeface="DM Sans"/>
              </a:rPr>
              <a:t>28.4%</a:t>
            </a:r>
            <a:r>
              <a:rPr lang="en">
                <a:solidFill>
                  <a:schemeClr val="dk1"/>
                </a:solidFill>
                <a:latin typeface="DM Sans Medium"/>
                <a:ea typeface="DM Sans Medium"/>
                <a:cs typeface="DM Sans Medium"/>
                <a:sym typeface="DM Sans Medium"/>
              </a:rPr>
              <a:t> of chats get completed between agents and users.</a:t>
            </a:r>
            <a:endParaRPr>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a:solidFill>
                <a:schemeClr val="dk1"/>
              </a:solidFill>
              <a:latin typeface="DM Sans Medium"/>
              <a:ea typeface="DM Sans Medium"/>
              <a:cs typeface="DM Sans Medium"/>
              <a:sym typeface="DM Sans Medium"/>
            </a:endParaRPr>
          </a:p>
          <a:p>
            <a:pPr indent="-317500" lvl="0" marL="457200" rtl="0" algn="l">
              <a:spcBef>
                <a:spcPts val="0"/>
              </a:spcBef>
              <a:spcAft>
                <a:spcPts val="0"/>
              </a:spcAft>
              <a:buClr>
                <a:schemeClr val="dk1"/>
              </a:buClr>
              <a:buSzPts val="1400"/>
              <a:buFont typeface="DM Sans Medium"/>
              <a:buChar char="●"/>
            </a:pPr>
            <a:r>
              <a:rPr b="1" lang="en">
                <a:solidFill>
                  <a:schemeClr val="dk1"/>
                </a:solidFill>
                <a:latin typeface="DM Sans"/>
                <a:ea typeface="DM Sans"/>
                <a:cs typeface="DM Sans"/>
                <a:sym typeface="DM Sans"/>
              </a:rPr>
              <a:t>34%</a:t>
            </a:r>
            <a:r>
              <a:rPr lang="en">
                <a:solidFill>
                  <a:schemeClr val="dk1"/>
                </a:solidFill>
                <a:latin typeface="DM Sans Medium"/>
                <a:ea typeface="DM Sans Medium"/>
                <a:cs typeface="DM Sans Medium"/>
                <a:sym typeface="DM Sans Medium"/>
              </a:rPr>
              <a:t> of chat remain incomplete.</a:t>
            </a:r>
            <a:endParaRPr>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a:solidFill>
                <a:schemeClr val="dk1"/>
              </a:solidFill>
              <a:latin typeface="DM Sans Medium"/>
              <a:ea typeface="DM Sans Medium"/>
              <a:cs typeface="DM Sans Medium"/>
              <a:sym typeface="DM Sans Medium"/>
            </a:endParaRPr>
          </a:p>
          <a:p>
            <a:pPr indent="-317500" lvl="0" marL="457200" rtl="0" algn="l">
              <a:spcBef>
                <a:spcPts val="0"/>
              </a:spcBef>
              <a:spcAft>
                <a:spcPts val="0"/>
              </a:spcAft>
              <a:buClr>
                <a:schemeClr val="dk1"/>
              </a:buClr>
              <a:buSzPts val="1400"/>
              <a:buFont typeface="DM Sans Medium"/>
              <a:buChar char="●"/>
            </a:pPr>
            <a:r>
              <a:rPr lang="en">
                <a:solidFill>
                  <a:schemeClr val="dk1"/>
                </a:solidFill>
                <a:latin typeface="DM Sans Medium"/>
                <a:ea typeface="DM Sans Medium"/>
                <a:cs typeface="DM Sans Medium"/>
                <a:sym typeface="DM Sans Medium"/>
              </a:rPr>
              <a:t>While </a:t>
            </a:r>
            <a:r>
              <a:rPr b="1" lang="en">
                <a:solidFill>
                  <a:schemeClr val="dk1"/>
                </a:solidFill>
                <a:latin typeface="DM Sans"/>
                <a:ea typeface="DM Sans"/>
                <a:cs typeface="DM Sans"/>
                <a:sym typeface="DM Sans"/>
              </a:rPr>
              <a:t>37%</a:t>
            </a:r>
            <a:r>
              <a:rPr lang="en">
                <a:solidFill>
                  <a:schemeClr val="dk1"/>
                </a:solidFill>
                <a:latin typeface="DM Sans Medium"/>
                <a:ea typeface="DM Sans Medium"/>
                <a:cs typeface="DM Sans Medium"/>
                <a:sym typeface="DM Sans Medium"/>
              </a:rPr>
              <a:t> of chat get failed.</a:t>
            </a:r>
            <a:endParaRPr>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a:solidFill>
                <a:schemeClr val="dk1"/>
              </a:solidFill>
              <a:latin typeface="DM Sans Medium"/>
              <a:ea typeface="DM Sans Medium"/>
              <a:cs typeface="DM Sans Medium"/>
              <a:sym typeface="DM Sans Medium"/>
            </a:endParaRPr>
          </a:p>
          <a:p>
            <a:pPr indent="-317500" lvl="0" marL="457200" rtl="0" algn="l">
              <a:spcBef>
                <a:spcPts val="0"/>
              </a:spcBef>
              <a:spcAft>
                <a:spcPts val="0"/>
              </a:spcAft>
              <a:buClr>
                <a:schemeClr val="dk1"/>
              </a:buClr>
              <a:buSzPts val="1400"/>
              <a:buFont typeface="DM Sans Medium"/>
              <a:buChar char="●"/>
            </a:pPr>
            <a:r>
              <a:rPr b="1" lang="en">
                <a:solidFill>
                  <a:schemeClr val="dk1"/>
                </a:solidFill>
                <a:latin typeface="DM Sans"/>
                <a:ea typeface="DM Sans"/>
                <a:cs typeface="DM Sans"/>
                <a:sym typeface="DM Sans"/>
              </a:rPr>
              <a:t>69.62%</a:t>
            </a:r>
            <a:r>
              <a:rPr lang="en">
                <a:solidFill>
                  <a:schemeClr val="dk1"/>
                </a:solidFill>
                <a:latin typeface="DM Sans Medium"/>
                <a:ea typeface="DM Sans Medium"/>
                <a:cs typeface="DM Sans Medium"/>
                <a:sym typeface="DM Sans Medium"/>
              </a:rPr>
              <a:t> of total users use chat service and gurucool is only website which provide chat service.</a:t>
            </a:r>
            <a:endParaRPr>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rPr b="1" lang="en" u="sng">
                <a:solidFill>
                  <a:schemeClr val="dk1"/>
                </a:solidFill>
                <a:latin typeface="DM Sans"/>
                <a:ea typeface="DM Sans"/>
                <a:cs typeface="DM Sans"/>
                <a:sym typeface="DM Sans"/>
              </a:rPr>
              <a:t>RECOMMENDATION</a:t>
            </a:r>
            <a:r>
              <a:rPr lang="en">
                <a:solidFill>
                  <a:schemeClr val="dk1"/>
                </a:solidFill>
                <a:latin typeface="DM Sans Medium"/>
                <a:ea typeface="DM Sans Medium"/>
                <a:cs typeface="DM Sans Medium"/>
                <a:sym typeface="DM Sans Medium"/>
              </a:rPr>
              <a:t> </a:t>
            </a:r>
            <a:endParaRPr>
              <a:solidFill>
                <a:schemeClr val="dk1"/>
              </a:solidFill>
              <a:latin typeface="DM Sans Medium"/>
              <a:ea typeface="DM Sans Medium"/>
              <a:cs typeface="DM Sans Medium"/>
              <a:sym typeface="DM Sans Medium"/>
            </a:endParaRPr>
          </a:p>
          <a:p>
            <a:pPr indent="-317500" lvl="0" marL="457200" rtl="0" algn="l">
              <a:spcBef>
                <a:spcPts val="0"/>
              </a:spcBef>
              <a:spcAft>
                <a:spcPts val="0"/>
              </a:spcAft>
              <a:buClr>
                <a:schemeClr val="dk1"/>
              </a:buClr>
              <a:buSzPts val="1400"/>
              <a:buFont typeface="DM Sans Medium"/>
              <a:buChar char="★"/>
            </a:pPr>
            <a:r>
              <a:rPr lang="en">
                <a:solidFill>
                  <a:schemeClr val="dk1"/>
                </a:solidFill>
                <a:latin typeface="DM Sans Medium"/>
                <a:ea typeface="DM Sans Medium"/>
                <a:cs typeface="DM Sans Medium"/>
                <a:sym typeface="DM Sans Medium"/>
              </a:rPr>
              <a:t>Investing in gurucool technology upgrades will help to improve the overall experience and will help to increase the retention rate of the users. And increase the user satisfaction as it is only 2.71 for chat service.</a:t>
            </a:r>
            <a:endParaRPr u="sng">
              <a:solidFill>
                <a:schemeClr val="dk1"/>
              </a:solidFill>
              <a:latin typeface="DM Sans Medium"/>
              <a:ea typeface="DM Sans Medium"/>
              <a:cs typeface="DM Sans Medium"/>
              <a:sym typeface="DM Sans Medium"/>
            </a:endParaRPr>
          </a:p>
        </p:txBody>
      </p:sp>
      <p:pic>
        <p:nvPicPr>
          <p:cNvPr id="663" name="Google Shape;663;p80" title="Chart"/>
          <p:cNvPicPr preferRelativeResize="0"/>
          <p:nvPr/>
        </p:nvPicPr>
        <p:blipFill>
          <a:blip r:embed="rId3">
            <a:alphaModFix/>
          </a:blip>
          <a:stretch>
            <a:fillRect/>
          </a:stretch>
        </p:blipFill>
        <p:spPr>
          <a:xfrm>
            <a:off x="85150" y="1066025"/>
            <a:ext cx="4791450" cy="3011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81"/>
          <p:cNvSpPr txBox="1"/>
          <p:nvPr/>
        </p:nvSpPr>
        <p:spPr>
          <a:xfrm>
            <a:off x="5347225" y="370450"/>
            <a:ext cx="3585900" cy="4473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u="sng">
                <a:solidFill>
                  <a:schemeClr val="dk1"/>
                </a:solidFill>
                <a:latin typeface="DM Sans"/>
                <a:ea typeface="DM Sans"/>
                <a:cs typeface="DM Sans"/>
                <a:sym typeface="DM Sans"/>
              </a:rPr>
              <a:t>APPROACH</a:t>
            </a:r>
            <a:endParaRPr b="1" u="sng">
              <a:solidFill>
                <a:schemeClr val="dk1"/>
              </a:solidFill>
              <a:latin typeface="DM Sans"/>
              <a:ea typeface="DM Sans"/>
              <a:cs typeface="DM Sans"/>
              <a:sym typeface="DM Sans"/>
            </a:endParaRPr>
          </a:p>
          <a:p>
            <a:pPr indent="0" lvl="0" marL="457200" rtl="0" algn="l">
              <a:spcBef>
                <a:spcPts val="0"/>
              </a:spcBef>
              <a:spcAft>
                <a:spcPts val="0"/>
              </a:spcAft>
              <a:buNone/>
            </a:pPr>
            <a:r>
              <a:t/>
            </a:r>
            <a:endParaRPr sz="1300" u="sng">
              <a:solidFill>
                <a:schemeClr val="dk1"/>
              </a:solidFill>
              <a:latin typeface="DM Sans Medium"/>
              <a:ea typeface="DM Sans Medium"/>
              <a:cs typeface="DM Sans Medium"/>
              <a:sym typeface="DM Sans Medium"/>
            </a:endParaRPr>
          </a:p>
          <a:p>
            <a:pPr indent="-311150" lvl="0" marL="457200" rtl="0" algn="l">
              <a:spcBef>
                <a:spcPts val="0"/>
              </a:spcBef>
              <a:spcAft>
                <a:spcPts val="0"/>
              </a:spcAft>
              <a:buClr>
                <a:schemeClr val="dk1"/>
              </a:buClr>
              <a:buSzPts val="1300"/>
              <a:buFont typeface="DM Sans Medium"/>
              <a:buChar char="●"/>
            </a:pPr>
            <a:r>
              <a:rPr lang="en" sz="1300">
                <a:solidFill>
                  <a:schemeClr val="dk1"/>
                </a:solidFill>
                <a:latin typeface="DM Sans Medium"/>
                <a:ea typeface="DM Sans Medium"/>
                <a:cs typeface="DM Sans Medium"/>
                <a:sym typeface="DM Sans Medium"/>
              </a:rPr>
              <a:t>Only </a:t>
            </a:r>
            <a:r>
              <a:rPr b="1" lang="en" sz="1300">
                <a:solidFill>
                  <a:schemeClr val="dk1"/>
                </a:solidFill>
                <a:latin typeface="DM Sans"/>
                <a:ea typeface="DM Sans"/>
                <a:cs typeface="DM Sans"/>
                <a:sym typeface="DM Sans"/>
              </a:rPr>
              <a:t>4</a:t>
            </a:r>
            <a:r>
              <a:rPr b="1" lang="en" sz="1300">
                <a:solidFill>
                  <a:schemeClr val="dk1"/>
                </a:solidFill>
                <a:latin typeface="DM Sans"/>
                <a:ea typeface="DM Sans"/>
                <a:cs typeface="DM Sans"/>
                <a:sym typeface="DM Sans"/>
              </a:rPr>
              <a:t>1</a:t>
            </a:r>
            <a:r>
              <a:rPr b="1" lang="en" sz="1300">
                <a:solidFill>
                  <a:schemeClr val="dk1"/>
                </a:solidFill>
                <a:latin typeface="DM Sans"/>
                <a:ea typeface="DM Sans"/>
                <a:cs typeface="DM Sans"/>
                <a:sym typeface="DM Sans"/>
              </a:rPr>
              <a:t>%</a:t>
            </a:r>
            <a:r>
              <a:rPr lang="en" sz="1300">
                <a:solidFill>
                  <a:schemeClr val="dk1"/>
                </a:solidFill>
                <a:latin typeface="DM Sans Medium"/>
                <a:ea typeface="DM Sans Medium"/>
                <a:cs typeface="DM Sans Medium"/>
                <a:sym typeface="DM Sans Medium"/>
              </a:rPr>
              <a:t> users call get completed.</a:t>
            </a:r>
            <a:endParaRPr sz="1300">
              <a:solidFill>
                <a:schemeClr val="dk1"/>
              </a:solidFill>
              <a:latin typeface="DM Sans Medium"/>
              <a:ea typeface="DM Sans Medium"/>
              <a:cs typeface="DM Sans Medium"/>
              <a:sym typeface="DM Sans Medium"/>
            </a:endParaRPr>
          </a:p>
          <a:p>
            <a:pPr indent="0" lvl="0" marL="914400" rtl="0" algn="l">
              <a:spcBef>
                <a:spcPts val="0"/>
              </a:spcBef>
              <a:spcAft>
                <a:spcPts val="0"/>
              </a:spcAft>
              <a:buNone/>
            </a:pPr>
            <a:r>
              <a:t/>
            </a:r>
            <a:endParaRPr sz="1300">
              <a:solidFill>
                <a:schemeClr val="dk1"/>
              </a:solidFill>
              <a:latin typeface="DM Sans Medium"/>
              <a:ea typeface="DM Sans Medium"/>
              <a:cs typeface="DM Sans Medium"/>
              <a:sym typeface="DM Sans Medium"/>
            </a:endParaRPr>
          </a:p>
          <a:p>
            <a:pPr indent="-311150" lvl="0" marL="457200" rtl="0" algn="l">
              <a:spcBef>
                <a:spcPts val="0"/>
              </a:spcBef>
              <a:spcAft>
                <a:spcPts val="0"/>
              </a:spcAft>
              <a:buClr>
                <a:schemeClr val="dk1"/>
              </a:buClr>
              <a:buSzPts val="1300"/>
              <a:buFont typeface="DM Sans Medium"/>
              <a:buChar char="●"/>
            </a:pPr>
            <a:r>
              <a:rPr b="1" lang="en" sz="1300">
                <a:solidFill>
                  <a:schemeClr val="dk1"/>
                </a:solidFill>
                <a:latin typeface="DM Sans"/>
                <a:ea typeface="DM Sans"/>
                <a:cs typeface="DM Sans"/>
                <a:sym typeface="DM Sans"/>
              </a:rPr>
              <a:t>20%</a:t>
            </a:r>
            <a:r>
              <a:rPr lang="en" sz="1300">
                <a:solidFill>
                  <a:schemeClr val="dk1"/>
                </a:solidFill>
                <a:latin typeface="DM Sans Medium"/>
                <a:ea typeface="DM Sans Medium"/>
                <a:cs typeface="DM Sans Medium"/>
                <a:sym typeface="DM Sans Medium"/>
              </a:rPr>
              <a:t> of user didn’t </a:t>
            </a:r>
            <a:r>
              <a:rPr lang="en" sz="1300">
                <a:solidFill>
                  <a:schemeClr val="dk1"/>
                </a:solidFill>
                <a:latin typeface="DM Sans Medium"/>
                <a:ea typeface="DM Sans Medium"/>
                <a:cs typeface="DM Sans Medium"/>
                <a:sym typeface="DM Sans Medium"/>
              </a:rPr>
              <a:t>get</a:t>
            </a:r>
            <a:r>
              <a:rPr lang="en" sz="1300">
                <a:solidFill>
                  <a:schemeClr val="dk1"/>
                </a:solidFill>
                <a:latin typeface="DM Sans Medium"/>
                <a:ea typeface="DM Sans Medium"/>
                <a:cs typeface="DM Sans Medium"/>
                <a:sym typeface="DM Sans Medium"/>
              </a:rPr>
              <a:t> any answer.</a:t>
            </a:r>
            <a:endParaRPr sz="1300">
              <a:solidFill>
                <a:schemeClr val="dk1"/>
              </a:solidFill>
              <a:latin typeface="DM Sans Medium"/>
              <a:ea typeface="DM Sans Medium"/>
              <a:cs typeface="DM Sans Medium"/>
              <a:sym typeface="DM Sans Medium"/>
            </a:endParaRPr>
          </a:p>
          <a:p>
            <a:pPr indent="0" lvl="0" marL="914400" rtl="0" algn="l">
              <a:spcBef>
                <a:spcPts val="0"/>
              </a:spcBef>
              <a:spcAft>
                <a:spcPts val="0"/>
              </a:spcAft>
              <a:buNone/>
            </a:pPr>
            <a:r>
              <a:t/>
            </a:r>
            <a:endParaRPr sz="1300">
              <a:solidFill>
                <a:schemeClr val="dk1"/>
              </a:solidFill>
              <a:latin typeface="DM Sans Medium"/>
              <a:ea typeface="DM Sans Medium"/>
              <a:cs typeface="DM Sans Medium"/>
              <a:sym typeface="DM Sans Medium"/>
            </a:endParaRPr>
          </a:p>
          <a:p>
            <a:pPr indent="-311150" lvl="0" marL="457200" rtl="0" algn="l">
              <a:spcBef>
                <a:spcPts val="0"/>
              </a:spcBef>
              <a:spcAft>
                <a:spcPts val="0"/>
              </a:spcAft>
              <a:buClr>
                <a:schemeClr val="dk1"/>
              </a:buClr>
              <a:buSzPts val="1300"/>
              <a:buFont typeface="DM Sans Medium"/>
              <a:buChar char="●"/>
            </a:pPr>
            <a:r>
              <a:rPr lang="en" sz="1300">
                <a:solidFill>
                  <a:schemeClr val="dk1"/>
                </a:solidFill>
                <a:latin typeface="DM Sans Medium"/>
                <a:ea typeface="DM Sans Medium"/>
                <a:cs typeface="DM Sans Medium"/>
                <a:sym typeface="DM Sans Medium"/>
              </a:rPr>
              <a:t>While </a:t>
            </a:r>
            <a:r>
              <a:rPr b="1" lang="en" sz="1300">
                <a:solidFill>
                  <a:schemeClr val="dk1"/>
                </a:solidFill>
                <a:latin typeface="DM Sans"/>
                <a:ea typeface="DM Sans"/>
                <a:cs typeface="DM Sans"/>
                <a:sym typeface="DM Sans"/>
              </a:rPr>
              <a:t>14%</a:t>
            </a:r>
            <a:r>
              <a:rPr lang="en" sz="1300">
                <a:solidFill>
                  <a:schemeClr val="dk1"/>
                </a:solidFill>
                <a:latin typeface="DM Sans Medium"/>
                <a:ea typeface="DM Sans Medium"/>
                <a:cs typeface="DM Sans Medium"/>
                <a:sym typeface="DM Sans Medium"/>
              </a:rPr>
              <a:t> users call get failed.</a:t>
            </a:r>
            <a:endParaRPr sz="1300">
              <a:solidFill>
                <a:schemeClr val="dk1"/>
              </a:solidFill>
              <a:latin typeface="DM Sans Medium"/>
              <a:ea typeface="DM Sans Medium"/>
              <a:cs typeface="DM Sans Medium"/>
              <a:sym typeface="DM Sans Medium"/>
            </a:endParaRPr>
          </a:p>
          <a:p>
            <a:pPr indent="0" lvl="0" marL="914400" rtl="0" algn="l">
              <a:spcBef>
                <a:spcPts val="0"/>
              </a:spcBef>
              <a:spcAft>
                <a:spcPts val="0"/>
              </a:spcAft>
              <a:buNone/>
            </a:pPr>
            <a:r>
              <a:t/>
            </a:r>
            <a:endParaRPr sz="1300">
              <a:solidFill>
                <a:schemeClr val="dk1"/>
              </a:solidFill>
              <a:latin typeface="DM Sans Medium"/>
              <a:ea typeface="DM Sans Medium"/>
              <a:cs typeface="DM Sans Medium"/>
              <a:sym typeface="DM Sans Medium"/>
            </a:endParaRPr>
          </a:p>
          <a:p>
            <a:pPr indent="-311150" lvl="0" marL="457200" rtl="0" algn="l">
              <a:spcBef>
                <a:spcPts val="0"/>
              </a:spcBef>
              <a:spcAft>
                <a:spcPts val="0"/>
              </a:spcAft>
              <a:buClr>
                <a:schemeClr val="dk1"/>
              </a:buClr>
              <a:buSzPts val="1300"/>
              <a:buFont typeface="DM Sans Medium"/>
              <a:buChar char="●"/>
            </a:pPr>
            <a:r>
              <a:rPr lang="en" sz="1300">
                <a:solidFill>
                  <a:schemeClr val="dk1"/>
                </a:solidFill>
                <a:latin typeface="DM Sans Medium"/>
                <a:ea typeface="DM Sans Medium"/>
                <a:cs typeface="DM Sans Medium"/>
                <a:sym typeface="DM Sans Medium"/>
              </a:rPr>
              <a:t>And </a:t>
            </a:r>
            <a:r>
              <a:rPr b="1" lang="en" sz="1300">
                <a:solidFill>
                  <a:schemeClr val="dk1"/>
                </a:solidFill>
                <a:latin typeface="DM Sans"/>
                <a:ea typeface="DM Sans"/>
                <a:cs typeface="DM Sans"/>
                <a:sym typeface="DM Sans"/>
              </a:rPr>
              <a:t>10%</a:t>
            </a:r>
            <a:r>
              <a:rPr lang="en" sz="1300">
                <a:solidFill>
                  <a:schemeClr val="dk1"/>
                </a:solidFill>
                <a:latin typeface="DM Sans Medium"/>
                <a:ea typeface="DM Sans Medium"/>
                <a:cs typeface="DM Sans Medium"/>
                <a:sym typeface="DM Sans Medium"/>
              </a:rPr>
              <a:t> of users call remain incomplete.</a:t>
            </a:r>
            <a:endParaRPr sz="1300">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t/>
            </a:r>
            <a:endParaRPr sz="1300">
              <a:solidFill>
                <a:schemeClr val="dk1"/>
              </a:solidFill>
              <a:latin typeface="DM Sans Medium"/>
              <a:ea typeface="DM Sans Medium"/>
              <a:cs typeface="DM Sans Medium"/>
              <a:sym typeface="DM Sans Medium"/>
            </a:endParaRPr>
          </a:p>
          <a:p>
            <a:pPr indent="0" lvl="0" marL="457200" rtl="0" algn="l">
              <a:spcBef>
                <a:spcPts val="0"/>
              </a:spcBef>
              <a:spcAft>
                <a:spcPts val="0"/>
              </a:spcAft>
              <a:buNone/>
            </a:pPr>
            <a:r>
              <a:rPr b="1" lang="en" u="sng">
                <a:solidFill>
                  <a:schemeClr val="dk1"/>
                </a:solidFill>
                <a:latin typeface="DM Sans"/>
                <a:ea typeface="DM Sans"/>
                <a:cs typeface="DM Sans"/>
                <a:sym typeface="DM Sans"/>
              </a:rPr>
              <a:t>RECOMMENDATION</a:t>
            </a:r>
            <a:r>
              <a:rPr lang="en">
                <a:solidFill>
                  <a:schemeClr val="dk1"/>
                </a:solidFill>
                <a:latin typeface="DM Sans Medium"/>
                <a:ea typeface="DM Sans Medium"/>
                <a:cs typeface="DM Sans Medium"/>
                <a:sym typeface="DM Sans Medium"/>
              </a:rPr>
              <a:t> </a:t>
            </a:r>
            <a:r>
              <a:rPr b="1" lang="en" sz="1300" u="sng">
                <a:solidFill>
                  <a:schemeClr val="dk1"/>
                </a:solidFill>
                <a:latin typeface="DM Sans"/>
                <a:ea typeface="DM Sans"/>
                <a:cs typeface="DM Sans"/>
                <a:sym typeface="DM Sans"/>
              </a:rPr>
              <a:t> </a:t>
            </a:r>
            <a:endParaRPr b="1" sz="1300" u="sng">
              <a:solidFill>
                <a:schemeClr val="dk1"/>
              </a:solidFill>
              <a:latin typeface="DM Sans"/>
              <a:ea typeface="DM Sans"/>
              <a:cs typeface="DM Sans"/>
              <a:sym typeface="DM Sans"/>
            </a:endParaRPr>
          </a:p>
          <a:p>
            <a:pPr indent="-311150" lvl="0" marL="457200" rtl="0" algn="l">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Hire part time or freelancer agents, this reserve agents will balance the workload without increasing permanent cost.</a:t>
            </a:r>
            <a:endParaRPr sz="1300">
              <a:solidFill>
                <a:schemeClr val="dk1"/>
              </a:solidFill>
              <a:latin typeface="DM Sans"/>
              <a:ea typeface="DM Sans"/>
              <a:cs typeface="DM Sans"/>
              <a:sym typeface="DM Sans"/>
            </a:endParaRPr>
          </a:p>
          <a:p>
            <a:pPr indent="-311150" lvl="0" marL="457200" rtl="0" algn="just">
              <a:lnSpc>
                <a:spcPct val="107000"/>
              </a:lnSpc>
              <a:spcBef>
                <a:spcPts val="0"/>
              </a:spcBef>
              <a:spcAft>
                <a:spcPts val="0"/>
              </a:spcAft>
              <a:buClr>
                <a:schemeClr val="dk1"/>
              </a:buClr>
              <a:buSzPts val="1300"/>
              <a:buFont typeface="DM Sans"/>
              <a:buChar char="★"/>
            </a:pPr>
            <a:r>
              <a:rPr lang="en" sz="1300">
                <a:solidFill>
                  <a:schemeClr val="dk1"/>
                </a:solidFill>
                <a:latin typeface="DM Sans"/>
                <a:ea typeface="DM Sans"/>
                <a:cs typeface="DM Sans"/>
                <a:sym typeface="DM Sans"/>
              </a:rPr>
              <a:t>Shift optimization: Optimizing more agents</a:t>
            </a:r>
            <a:r>
              <a:rPr lang="en" sz="1300">
                <a:solidFill>
                  <a:schemeClr val="dk1"/>
                </a:solidFill>
                <a:latin typeface="DM Sans"/>
                <a:ea typeface="DM Sans"/>
                <a:cs typeface="DM Sans"/>
                <a:sym typeface="DM Sans"/>
              </a:rPr>
              <a:t> </a:t>
            </a:r>
            <a:r>
              <a:rPr lang="en" sz="1300">
                <a:solidFill>
                  <a:schemeClr val="dk1"/>
                </a:solidFill>
                <a:latin typeface="DM Sans"/>
                <a:ea typeface="DM Sans"/>
                <a:cs typeface="DM Sans"/>
                <a:sym typeface="DM Sans"/>
              </a:rPr>
              <a:t>shifts to peak periods accordingly.</a:t>
            </a:r>
            <a:r>
              <a:rPr lang="en" sz="1300">
                <a:solidFill>
                  <a:schemeClr val="dk1"/>
                </a:solidFill>
                <a:latin typeface="DM Sans"/>
                <a:ea typeface="DM Sans"/>
                <a:cs typeface="DM Sans"/>
                <a:sym typeface="DM Sans"/>
              </a:rPr>
              <a:t> </a:t>
            </a:r>
            <a:r>
              <a:rPr lang="en" sz="1300">
                <a:solidFill>
                  <a:schemeClr val="dk1"/>
                </a:solidFill>
                <a:latin typeface="DM Sans"/>
                <a:ea typeface="DM Sans"/>
                <a:cs typeface="DM Sans"/>
                <a:sym typeface="DM Sans"/>
              </a:rPr>
              <a:t>Ensure that more agents are scheduled during high – traffics time.</a:t>
            </a:r>
            <a:endParaRPr sz="1300" u="sng">
              <a:solidFill>
                <a:schemeClr val="dk1"/>
              </a:solidFill>
              <a:latin typeface="DM Sans"/>
              <a:ea typeface="DM Sans"/>
              <a:cs typeface="DM Sans"/>
              <a:sym typeface="DM Sans"/>
            </a:endParaRPr>
          </a:p>
        </p:txBody>
      </p:sp>
      <p:pic>
        <p:nvPicPr>
          <p:cNvPr id="669" name="Google Shape;669;p81" title="Chart"/>
          <p:cNvPicPr preferRelativeResize="0"/>
          <p:nvPr/>
        </p:nvPicPr>
        <p:blipFill>
          <a:blip r:embed="rId3">
            <a:alphaModFix/>
          </a:blip>
          <a:stretch>
            <a:fillRect/>
          </a:stretch>
        </p:blipFill>
        <p:spPr>
          <a:xfrm>
            <a:off x="174800" y="1066100"/>
            <a:ext cx="4934883" cy="30514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82"/>
          <p:cNvSpPr txBox="1"/>
          <p:nvPr/>
        </p:nvSpPr>
        <p:spPr>
          <a:xfrm>
            <a:off x="7207425" y="2856500"/>
            <a:ext cx="1871400" cy="189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Chat service </a:t>
            </a:r>
            <a:endParaRPr b="1" sz="1500">
              <a:solidFill>
                <a:schemeClr val="dk1"/>
              </a:solidFill>
              <a:latin typeface="DM Sans"/>
              <a:ea typeface="DM Sans"/>
              <a:cs typeface="DM Sans"/>
              <a:sym typeface="DM Sans"/>
            </a:endParaRPr>
          </a:p>
          <a:p>
            <a:pPr indent="0" lvl="0" marL="0" rtl="0" algn="ctr">
              <a:spcBef>
                <a:spcPts val="0"/>
              </a:spcBef>
              <a:spcAft>
                <a:spcPts val="0"/>
              </a:spcAft>
              <a:buNone/>
            </a:pPr>
            <a:r>
              <a:t/>
            </a:r>
            <a:endParaRPr b="1" sz="1500">
              <a:solidFill>
                <a:schemeClr val="dk1"/>
              </a:solidFill>
              <a:latin typeface="DM Sans"/>
              <a:ea typeface="DM Sans"/>
              <a:cs typeface="DM Sans"/>
              <a:sym typeface="DM Sans"/>
            </a:endParaRPr>
          </a:p>
          <a:p>
            <a:pPr indent="0" lvl="0" marL="0" rtl="0" algn="ctr">
              <a:spcBef>
                <a:spcPts val="0"/>
              </a:spcBef>
              <a:spcAft>
                <a:spcPts val="0"/>
              </a:spcAft>
              <a:buClr>
                <a:srgbClr val="000000"/>
              </a:buClr>
              <a:buFont typeface="Arial"/>
              <a:buNone/>
            </a:pPr>
            <a:r>
              <a:t/>
            </a:r>
            <a:endParaRPr b="1" sz="1500">
              <a:solidFill>
                <a:schemeClr val="dk1"/>
              </a:solidFill>
              <a:latin typeface="DM Sans"/>
              <a:ea typeface="DM Sans"/>
              <a:cs typeface="DM Sans"/>
              <a:sym typeface="DM Sans"/>
            </a:endParaRPr>
          </a:p>
          <a:p>
            <a:pPr indent="0" lvl="0" marL="0" rtl="0" algn="l">
              <a:lnSpc>
                <a:spcPct val="150000"/>
              </a:lnSpc>
              <a:spcBef>
                <a:spcPts val="0"/>
              </a:spcBef>
              <a:spcAft>
                <a:spcPts val="0"/>
              </a:spcAft>
              <a:buClr>
                <a:srgbClr val="000000"/>
              </a:buClr>
              <a:buSzPts val="1600"/>
              <a:buFont typeface="Arial"/>
              <a:buNone/>
            </a:pPr>
            <a:r>
              <a:rPr lang="en" sz="1200">
                <a:solidFill>
                  <a:schemeClr val="dk1"/>
                </a:solidFill>
                <a:latin typeface="DM Sans Medium"/>
                <a:ea typeface="DM Sans Medium"/>
                <a:cs typeface="DM Sans Medium"/>
                <a:sym typeface="DM Sans Medium"/>
              </a:rPr>
              <a:t>Out of </a:t>
            </a:r>
            <a:r>
              <a:rPr b="1" lang="en" sz="1200">
                <a:solidFill>
                  <a:schemeClr val="dk1"/>
                </a:solidFill>
                <a:latin typeface="DM Sans"/>
                <a:ea typeface="DM Sans"/>
                <a:cs typeface="DM Sans"/>
                <a:sym typeface="DM Sans"/>
              </a:rPr>
              <a:t>27950 </a:t>
            </a:r>
            <a:r>
              <a:rPr lang="en" sz="1200">
                <a:solidFill>
                  <a:schemeClr val="dk1"/>
                </a:solidFill>
                <a:latin typeface="DM Sans Medium"/>
                <a:ea typeface="DM Sans Medium"/>
                <a:cs typeface="DM Sans Medium"/>
                <a:sym typeface="DM Sans Medium"/>
              </a:rPr>
              <a:t>users </a:t>
            </a:r>
            <a:r>
              <a:rPr b="1" lang="en" sz="1200">
                <a:solidFill>
                  <a:schemeClr val="dk1"/>
                </a:solidFill>
                <a:latin typeface="DM Sans"/>
                <a:ea typeface="DM Sans"/>
                <a:cs typeface="DM Sans"/>
                <a:sym typeface="DM Sans"/>
              </a:rPr>
              <a:t>19510</a:t>
            </a:r>
            <a:r>
              <a:rPr lang="en" sz="1200">
                <a:solidFill>
                  <a:schemeClr val="dk1"/>
                </a:solidFill>
                <a:latin typeface="DM Sans Medium"/>
                <a:ea typeface="DM Sans Medium"/>
                <a:cs typeface="DM Sans Medium"/>
                <a:sym typeface="DM Sans Medium"/>
              </a:rPr>
              <a:t> users use chat service.</a:t>
            </a:r>
            <a:endParaRPr sz="1200">
              <a:solidFill>
                <a:schemeClr val="dk1"/>
              </a:solidFill>
              <a:latin typeface="DM Sans Medium"/>
              <a:ea typeface="DM Sans Medium"/>
              <a:cs typeface="DM Sans Medium"/>
              <a:sym typeface="DM Sans Medium"/>
            </a:endParaRPr>
          </a:p>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
        <p:nvSpPr>
          <p:cNvPr id="675" name="Google Shape;675;p82"/>
          <p:cNvSpPr txBox="1"/>
          <p:nvPr/>
        </p:nvSpPr>
        <p:spPr>
          <a:xfrm>
            <a:off x="3776400" y="369300"/>
            <a:ext cx="1591200" cy="68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200" u="sng">
                <a:solidFill>
                  <a:schemeClr val="dk1"/>
                </a:solidFill>
                <a:latin typeface="DM Sans"/>
                <a:ea typeface="DM Sans"/>
                <a:cs typeface="DM Sans"/>
                <a:sym typeface="DM Sans"/>
              </a:rPr>
              <a:t>ANALYSIS</a:t>
            </a:r>
            <a:endParaRPr b="1" sz="2200" u="sng">
              <a:solidFill>
                <a:schemeClr val="dk1"/>
              </a:solidFill>
              <a:latin typeface="DM Sans"/>
              <a:ea typeface="DM Sans"/>
              <a:cs typeface="DM Sans"/>
              <a:sym typeface="DM Sans"/>
            </a:endParaRPr>
          </a:p>
        </p:txBody>
      </p:sp>
      <p:grpSp>
        <p:nvGrpSpPr>
          <p:cNvPr id="676" name="Google Shape;676;p82"/>
          <p:cNvGrpSpPr/>
          <p:nvPr/>
        </p:nvGrpSpPr>
        <p:grpSpPr>
          <a:xfrm>
            <a:off x="651965" y="1124441"/>
            <a:ext cx="8056570" cy="1400670"/>
            <a:chOff x="852826" y="2694293"/>
            <a:chExt cx="10450862" cy="1481877"/>
          </a:xfrm>
        </p:grpSpPr>
        <p:sp>
          <p:nvSpPr>
            <p:cNvPr id="677" name="Google Shape;677;p82"/>
            <p:cNvSpPr/>
            <p:nvPr/>
          </p:nvSpPr>
          <p:spPr>
            <a:xfrm>
              <a:off x="852826" y="2694293"/>
              <a:ext cx="1431900" cy="1431900"/>
            </a:xfrm>
            <a:prstGeom prst="ellipse">
              <a:avLst/>
            </a:prstGeom>
            <a:solidFill>
              <a:srgbClr val="FFFFFF">
                <a:alpha val="18820"/>
              </a:srgbClr>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678" name="Google Shape;678;p82"/>
            <p:cNvSpPr/>
            <p:nvPr/>
          </p:nvSpPr>
          <p:spPr>
            <a:xfrm>
              <a:off x="1737814" y="3936470"/>
              <a:ext cx="239700" cy="239700"/>
            </a:xfrm>
            <a:prstGeom prst="ellipse">
              <a:avLst/>
            </a:prstGeom>
            <a:solidFill>
              <a:srgbClr val="8335E5">
                <a:alpha val="349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79" name="Google Shape;679;p82"/>
            <p:cNvSpPr/>
            <p:nvPr/>
          </p:nvSpPr>
          <p:spPr>
            <a:xfrm>
              <a:off x="1782422" y="3981078"/>
              <a:ext cx="150600" cy="150600"/>
            </a:xfrm>
            <a:prstGeom prst="ellipse">
              <a:avLst/>
            </a:prstGeom>
            <a:solidFill>
              <a:srgbClr val="8335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0" name="Google Shape;680;p82"/>
            <p:cNvSpPr txBox="1"/>
            <p:nvPr/>
          </p:nvSpPr>
          <p:spPr>
            <a:xfrm>
              <a:off x="969236" y="3124284"/>
              <a:ext cx="1199100" cy="586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lang="en" sz="1800">
                  <a:solidFill>
                    <a:schemeClr val="dk1"/>
                  </a:solidFill>
                </a:rPr>
                <a:t>0.997</a:t>
              </a:r>
              <a:endParaRPr sz="1800">
                <a:solidFill>
                  <a:schemeClr val="dk1"/>
                </a:solidFill>
              </a:endParaRPr>
            </a:p>
            <a:p>
              <a:pPr indent="0" lvl="0" marL="0" marR="0" rtl="0" algn="ctr">
                <a:spcBef>
                  <a:spcPts val="0"/>
                </a:spcBef>
                <a:spcAft>
                  <a:spcPts val="0"/>
                </a:spcAft>
                <a:buNone/>
              </a:pPr>
              <a:r>
                <a:rPr b="1" lang="en" sz="1800">
                  <a:solidFill>
                    <a:schemeClr val="dk1"/>
                  </a:solidFill>
                </a:rPr>
                <a:t>1</a:t>
              </a:r>
              <a:endParaRPr b="1" sz="1800">
                <a:solidFill>
                  <a:schemeClr val="dk1"/>
                </a:solidFill>
              </a:endParaRPr>
            </a:p>
          </p:txBody>
        </p:sp>
        <p:sp>
          <p:nvSpPr>
            <p:cNvPr id="681" name="Google Shape;681;p82"/>
            <p:cNvSpPr/>
            <p:nvPr/>
          </p:nvSpPr>
          <p:spPr>
            <a:xfrm>
              <a:off x="3845077" y="2719313"/>
              <a:ext cx="1431900" cy="1431900"/>
            </a:xfrm>
            <a:prstGeom prst="ellipse">
              <a:avLst/>
            </a:prstGeom>
            <a:solidFill>
              <a:srgbClr val="FFFFFF">
                <a:alpha val="18820"/>
              </a:srgbClr>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682" name="Google Shape;682;p82"/>
            <p:cNvSpPr/>
            <p:nvPr/>
          </p:nvSpPr>
          <p:spPr>
            <a:xfrm>
              <a:off x="5016340" y="2881739"/>
              <a:ext cx="239700" cy="239700"/>
            </a:xfrm>
            <a:prstGeom prst="ellipse">
              <a:avLst/>
            </a:prstGeom>
            <a:solidFill>
              <a:srgbClr val="8335E5">
                <a:alpha val="349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3" name="Google Shape;683;p82"/>
            <p:cNvSpPr/>
            <p:nvPr/>
          </p:nvSpPr>
          <p:spPr>
            <a:xfrm>
              <a:off x="5060947" y="2926346"/>
              <a:ext cx="150600" cy="150600"/>
            </a:xfrm>
            <a:prstGeom prst="ellipse">
              <a:avLst/>
            </a:prstGeom>
            <a:solidFill>
              <a:srgbClr val="8335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4" name="Google Shape;684;p82"/>
            <p:cNvSpPr txBox="1"/>
            <p:nvPr/>
          </p:nvSpPr>
          <p:spPr>
            <a:xfrm>
              <a:off x="3825860" y="3247346"/>
              <a:ext cx="1431900" cy="29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800">
                  <a:solidFill>
                    <a:srgbClr val="FFFFFF"/>
                  </a:solidFill>
                  <a:latin typeface="Calibri"/>
                  <a:ea typeface="Calibri"/>
                  <a:cs typeface="Calibri"/>
                  <a:sym typeface="Calibri"/>
                </a:rPr>
                <a:t>40.77%</a:t>
              </a:r>
              <a:endParaRPr sz="1800"/>
            </a:p>
          </p:txBody>
        </p:sp>
        <p:sp>
          <p:nvSpPr>
            <p:cNvPr id="685" name="Google Shape;685;p82"/>
            <p:cNvSpPr/>
            <p:nvPr/>
          </p:nvSpPr>
          <p:spPr>
            <a:xfrm>
              <a:off x="6798890" y="2719313"/>
              <a:ext cx="1431900" cy="1431900"/>
            </a:xfrm>
            <a:prstGeom prst="ellipse">
              <a:avLst/>
            </a:prstGeom>
            <a:solidFill>
              <a:srgbClr val="FFFFFF">
                <a:alpha val="18820"/>
              </a:srgbClr>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686" name="Google Shape;686;p82"/>
            <p:cNvSpPr/>
            <p:nvPr/>
          </p:nvSpPr>
          <p:spPr>
            <a:xfrm>
              <a:off x="6798890" y="2719313"/>
              <a:ext cx="1431900" cy="1431900"/>
            </a:xfrm>
            <a:prstGeom prst="arc">
              <a:avLst>
                <a:gd fmla="val 16200000" name="adj1"/>
                <a:gd fmla="val 755116" name="adj2"/>
              </a:avLst>
            </a:prstGeom>
            <a:noFill/>
            <a:ln cap="flat" cmpd="sng" w="38100">
              <a:solidFill>
                <a:srgbClr val="99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687" name="Google Shape;687;p82"/>
            <p:cNvSpPr/>
            <p:nvPr/>
          </p:nvSpPr>
          <p:spPr>
            <a:xfrm>
              <a:off x="8110117" y="3485949"/>
              <a:ext cx="239700" cy="239700"/>
            </a:xfrm>
            <a:prstGeom prst="ellipse">
              <a:avLst/>
            </a:prstGeom>
            <a:solidFill>
              <a:srgbClr val="8335E5">
                <a:alpha val="349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8" name="Google Shape;688;p82"/>
            <p:cNvSpPr/>
            <p:nvPr/>
          </p:nvSpPr>
          <p:spPr>
            <a:xfrm>
              <a:off x="8154725" y="3530557"/>
              <a:ext cx="150600" cy="150600"/>
            </a:xfrm>
            <a:prstGeom prst="ellipse">
              <a:avLst/>
            </a:prstGeom>
            <a:solidFill>
              <a:srgbClr val="8335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89" name="Google Shape;689;p82"/>
            <p:cNvSpPr txBox="1"/>
            <p:nvPr/>
          </p:nvSpPr>
          <p:spPr>
            <a:xfrm>
              <a:off x="6818137" y="3287034"/>
              <a:ext cx="1356000" cy="29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800">
                  <a:solidFill>
                    <a:srgbClr val="FFFFFF"/>
                  </a:solidFill>
                  <a:latin typeface="Calibri"/>
                  <a:ea typeface="Calibri"/>
                  <a:cs typeface="Calibri"/>
                  <a:sym typeface="Calibri"/>
                </a:rPr>
                <a:t>37.13</a:t>
              </a:r>
              <a:r>
                <a:rPr b="1" lang="en" sz="1800">
                  <a:solidFill>
                    <a:srgbClr val="FFFFFF"/>
                  </a:solidFill>
                  <a:latin typeface="Calibri"/>
                  <a:ea typeface="Calibri"/>
                  <a:cs typeface="Calibri"/>
                  <a:sym typeface="Calibri"/>
                </a:rPr>
                <a:t>%</a:t>
              </a:r>
              <a:endParaRPr sz="1800"/>
            </a:p>
          </p:txBody>
        </p:sp>
        <p:grpSp>
          <p:nvGrpSpPr>
            <p:cNvPr id="690" name="Google Shape;690;p82"/>
            <p:cNvGrpSpPr/>
            <p:nvPr/>
          </p:nvGrpSpPr>
          <p:grpSpPr>
            <a:xfrm>
              <a:off x="9871788" y="2706779"/>
              <a:ext cx="1431900" cy="1456969"/>
              <a:chOff x="7168469" y="2677815"/>
              <a:chExt cx="1431900" cy="1456969"/>
            </a:xfrm>
          </p:grpSpPr>
          <p:grpSp>
            <p:nvGrpSpPr>
              <p:cNvPr id="691" name="Google Shape;691;p82"/>
              <p:cNvGrpSpPr/>
              <p:nvPr/>
            </p:nvGrpSpPr>
            <p:grpSpPr>
              <a:xfrm>
                <a:off x="7168469" y="2677815"/>
                <a:ext cx="1431900" cy="1456969"/>
                <a:chOff x="7168469" y="2677815"/>
                <a:chExt cx="1431900" cy="1456969"/>
              </a:xfrm>
            </p:grpSpPr>
            <p:sp>
              <p:nvSpPr>
                <p:cNvPr id="692" name="Google Shape;692;p82"/>
                <p:cNvSpPr/>
                <p:nvPr/>
              </p:nvSpPr>
              <p:spPr>
                <a:xfrm>
                  <a:off x="7168469" y="2702884"/>
                  <a:ext cx="1431900" cy="1431900"/>
                </a:xfrm>
                <a:prstGeom prst="ellipse">
                  <a:avLst/>
                </a:prstGeom>
                <a:solidFill>
                  <a:srgbClr val="FFFFFF">
                    <a:alpha val="18820"/>
                  </a:srgbClr>
                </a:solidFill>
                <a:ln cap="flat" cmpd="sng" w="38100">
                  <a:solidFill>
                    <a:srgbClr val="FFFF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693" name="Google Shape;693;p82"/>
                <p:cNvSpPr/>
                <p:nvPr/>
              </p:nvSpPr>
              <p:spPr>
                <a:xfrm>
                  <a:off x="7168469" y="2702884"/>
                  <a:ext cx="1431900" cy="1431900"/>
                </a:xfrm>
                <a:prstGeom prst="arc">
                  <a:avLst>
                    <a:gd fmla="val 16200000" name="adj1"/>
                    <a:gd fmla="val 17724961" name="adj2"/>
                  </a:avLst>
                </a:prstGeom>
                <a:noFill/>
                <a:ln cap="flat" cmpd="sng" w="38100">
                  <a:solidFill>
                    <a:srgbClr val="99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694" name="Google Shape;694;p82"/>
                <p:cNvSpPr/>
                <p:nvPr/>
              </p:nvSpPr>
              <p:spPr>
                <a:xfrm>
                  <a:off x="8095353" y="2677815"/>
                  <a:ext cx="239700" cy="239700"/>
                </a:xfrm>
                <a:prstGeom prst="ellipse">
                  <a:avLst/>
                </a:prstGeom>
                <a:solidFill>
                  <a:srgbClr val="8335E5">
                    <a:alpha val="34900"/>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sp>
              <p:nvSpPr>
                <p:cNvPr id="695" name="Google Shape;695;p82"/>
                <p:cNvSpPr/>
                <p:nvPr/>
              </p:nvSpPr>
              <p:spPr>
                <a:xfrm>
                  <a:off x="8139961" y="2722422"/>
                  <a:ext cx="150600" cy="150600"/>
                </a:xfrm>
                <a:prstGeom prst="ellipse">
                  <a:avLst/>
                </a:prstGeom>
                <a:solidFill>
                  <a:srgbClr val="8335E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Calibri"/>
                    <a:ea typeface="Calibri"/>
                    <a:cs typeface="Calibri"/>
                    <a:sym typeface="Calibri"/>
                  </a:endParaRPr>
                </a:p>
              </p:txBody>
            </p:sp>
          </p:grpSp>
          <p:sp>
            <p:nvSpPr>
              <p:cNvPr id="696" name="Google Shape;696;p82"/>
              <p:cNvSpPr txBox="1"/>
              <p:nvPr/>
            </p:nvSpPr>
            <p:spPr>
              <a:xfrm>
                <a:off x="7206431" y="3258070"/>
                <a:ext cx="1356000" cy="293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 sz="1800">
                    <a:solidFill>
                      <a:srgbClr val="FFFFFF"/>
                    </a:solidFill>
                    <a:latin typeface="Calibri"/>
                    <a:ea typeface="Calibri"/>
                    <a:cs typeface="Calibri"/>
                    <a:sym typeface="Calibri"/>
                  </a:rPr>
                  <a:t>69.62%</a:t>
                </a:r>
                <a:endParaRPr sz="1800"/>
              </a:p>
            </p:txBody>
          </p:sp>
        </p:grpSp>
        <p:sp>
          <p:nvSpPr>
            <p:cNvPr id="697" name="Google Shape;697;p82"/>
            <p:cNvSpPr/>
            <p:nvPr/>
          </p:nvSpPr>
          <p:spPr>
            <a:xfrm>
              <a:off x="3843489" y="2720981"/>
              <a:ext cx="1431900" cy="1431900"/>
            </a:xfrm>
            <a:prstGeom prst="arc">
              <a:avLst>
                <a:gd fmla="val 16200000" name="adj1"/>
                <a:gd fmla="val 19003948" name="adj2"/>
              </a:avLst>
            </a:prstGeom>
            <a:noFill/>
            <a:ln cap="flat" cmpd="sng" w="38100">
              <a:solidFill>
                <a:srgbClr val="99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sp>
          <p:nvSpPr>
            <p:cNvPr id="698" name="Google Shape;698;p82"/>
            <p:cNvSpPr/>
            <p:nvPr/>
          </p:nvSpPr>
          <p:spPr>
            <a:xfrm>
              <a:off x="852826" y="2694293"/>
              <a:ext cx="1431900" cy="1431900"/>
            </a:xfrm>
            <a:prstGeom prst="arc">
              <a:avLst>
                <a:gd fmla="val 16200000" name="adj1"/>
                <a:gd fmla="val 3850353" name="adj2"/>
              </a:avLst>
            </a:prstGeom>
            <a:noFill/>
            <a:ln cap="flat" cmpd="sng" w="38100">
              <a:solidFill>
                <a:srgbClr val="9900F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699" name="Google Shape;699;p82"/>
          <p:cNvSpPr txBox="1"/>
          <p:nvPr/>
        </p:nvSpPr>
        <p:spPr>
          <a:xfrm>
            <a:off x="293375" y="2704400"/>
            <a:ext cx="2036400" cy="2355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Correlation of net revenue and astrologer earning.</a:t>
            </a:r>
            <a:endParaRPr b="1" sz="1500">
              <a:solidFill>
                <a:schemeClr val="dk1"/>
              </a:solidFill>
              <a:latin typeface="DM Sans"/>
              <a:ea typeface="DM Sans"/>
              <a:cs typeface="DM Sans"/>
              <a:sym typeface="DM Sans"/>
            </a:endParaRPr>
          </a:p>
          <a:p>
            <a:pPr indent="0" lvl="0" marL="0" rtl="0" algn="ctr">
              <a:spcBef>
                <a:spcPts val="0"/>
              </a:spcBef>
              <a:spcAft>
                <a:spcPts val="0"/>
              </a:spcAft>
              <a:buNone/>
            </a:pPr>
            <a:r>
              <a:t/>
            </a:r>
            <a:endParaRPr b="1" sz="1200">
              <a:solidFill>
                <a:schemeClr val="dk1"/>
              </a:solidFill>
              <a:latin typeface="DM Sans"/>
              <a:ea typeface="DM Sans"/>
              <a:cs typeface="DM Sans"/>
              <a:sym typeface="DM Sans"/>
            </a:endParaRPr>
          </a:p>
          <a:p>
            <a:pPr indent="0" lvl="0" marL="0" rtl="0" algn="l">
              <a:lnSpc>
                <a:spcPct val="150000"/>
              </a:lnSpc>
              <a:spcBef>
                <a:spcPts val="0"/>
              </a:spcBef>
              <a:spcAft>
                <a:spcPts val="0"/>
              </a:spcAft>
              <a:buNone/>
            </a:pPr>
            <a:r>
              <a:rPr lang="en" sz="1200">
                <a:solidFill>
                  <a:schemeClr val="dk1"/>
                </a:solidFill>
                <a:latin typeface="DM Sans Medium"/>
                <a:ea typeface="DM Sans Medium"/>
                <a:cs typeface="DM Sans Medium"/>
                <a:sym typeface="DM Sans Medium"/>
              </a:rPr>
              <a:t>This suggest the positive relation. As the astrologer earning will increase the net revenue will also increase.</a:t>
            </a:r>
            <a:endParaRPr sz="1200">
              <a:solidFill>
                <a:schemeClr val="dk1"/>
              </a:solidFill>
              <a:latin typeface="DM Sans Medium"/>
              <a:ea typeface="DM Sans Medium"/>
              <a:cs typeface="DM Sans Medium"/>
              <a:sym typeface="DM Sans Medium"/>
            </a:endParaRPr>
          </a:p>
        </p:txBody>
      </p:sp>
      <p:sp>
        <p:nvSpPr>
          <p:cNvPr id="700" name="Google Shape;700;p82"/>
          <p:cNvSpPr txBox="1"/>
          <p:nvPr/>
        </p:nvSpPr>
        <p:spPr>
          <a:xfrm>
            <a:off x="2720850" y="2858150"/>
            <a:ext cx="1804200" cy="169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a:solidFill>
                  <a:schemeClr val="dk1"/>
                </a:solidFill>
                <a:latin typeface="DM Sans"/>
                <a:ea typeface="DM Sans"/>
                <a:cs typeface="DM Sans"/>
                <a:sym typeface="DM Sans"/>
              </a:rPr>
              <a:t>Completed calls</a:t>
            </a:r>
            <a:endParaRPr b="1">
              <a:solidFill>
                <a:schemeClr val="dk1"/>
              </a:solidFill>
              <a:latin typeface="DM Sans"/>
              <a:ea typeface="DM Sans"/>
              <a:cs typeface="DM Sans"/>
              <a:sym typeface="DM Sans"/>
            </a:endParaRPr>
          </a:p>
          <a:p>
            <a:pPr indent="0" lvl="0" marL="0" rtl="0" algn="l">
              <a:spcBef>
                <a:spcPts val="0"/>
              </a:spcBef>
              <a:spcAft>
                <a:spcPts val="0"/>
              </a:spcAft>
              <a:buNone/>
            </a:pPr>
            <a:r>
              <a:rPr b="1" lang="en" sz="1800">
                <a:solidFill>
                  <a:schemeClr val="dk1"/>
                </a:solidFill>
                <a:latin typeface="Quattrocento Sans"/>
                <a:ea typeface="Quattrocento Sans"/>
                <a:cs typeface="Quattrocento Sans"/>
                <a:sym typeface="Quattrocento Sans"/>
              </a:rPr>
              <a:t> </a:t>
            </a:r>
            <a:endParaRPr b="1" sz="1800">
              <a:solidFill>
                <a:schemeClr val="dk1"/>
              </a:solidFill>
              <a:latin typeface="Quattrocento Sans"/>
              <a:ea typeface="Quattrocento Sans"/>
              <a:cs typeface="Quattrocento Sans"/>
              <a:sym typeface="Quattrocento Sans"/>
            </a:endParaRPr>
          </a:p>
          <a:p>
            <a:pPr indent="0" lvl="0" marL="0" rtl="0" algn="l">
              <a:spcBef>
                <a:spcPts val="0"/>
              </a:spcBef>
              <a:spcAft>
                <a:spcPts val="0"/>
              </a:spcAft>
              <a:buClr>
                <a:srgbClr val="000000"/>
              </a:buClr>
              <a:buFont typeface="Arial"/>
              <a:buNone/>
            </a:pPr>
            <a:r>
              <a:t/>
            </a:r>
            <a:endParaRPr b="1" sz="1800">
              <a:solidFill>
                <a:schemeClr val="dk1"/>
              </a:solidFill>
              <a:latin typeface="Quattrocento Sans"/>
              <a:ea typeface="Quattrocento Sans"/>
              <a:cs typeface="Quattrocento Sans"/>
              <a:sym typeface="Quattrocento Sans"/>
            </a:endParaRPr>
          </a:p>
          <a:p>
            <a:pPr indent="0" lvl="0" marL="0" rtl="0" algn="l">
              <a:lnSpc>
                <a:spcPct val="150000"/>
              </a:lnSpc>
              <a:spcBef>
                <a:spcPts val="0"/>
              </a:spcBef>
              <a:spcAft>
                <a:spcPts val="0"/>
              </a:spcAft>
              <a:buClr>
                <a:srgbClr val="000000"/>
              </a:buClr>
              <a:buSzPts val="1600"/>
              <a:buFont typeface="Arial"/>
              <a:buNone/>
            </a:pPr>
            <a:r>
              <a:rPr lang="en" sz="1200">
                <a:solidFill>
                  <a:schemeClr val="dk1"/>
                </a:solidFill>
                <a:latin typeface="DM Sans Medium"/>
                <a:ea typeface="DM Sans Medium"/>
                <a:cs typeface="DM Sans Medium"/>
                <a:sym typeface="DM Sans Medium"/>
              </a:rPr>
              <a:t>Out of </a:t>
            </a:r>
            <a:r>
              <a:rPr b="1" lang="en" sz="1200">
                <a:solidFill>
                  <a:schemeClr val="dk1"/>
                </a:solidFill>
                <a:latin typeface="DM Sans"/>
                <a:ea typeface="DM Sans"/>
                <a:cs typeface="DM Sans"/>
                <a:sym typeface="DM Sans"/>
              </a:rPr>
              <a:t>8339 </a:t>
            </a:r>
            <a:r>
              <a:rPr lang="en" sz="1200">
                <a:solidFill>
                  <a:schemeClr val="dk1"/>
                </a:solidFill>
                <a:latin typeface="DM Sans Medium"/>
                <a:ea typeface="DM Sans Medium"/>
                <a:cs typeface="DM Sans Medium"/>
                <a:sym typeface="DM Sans Medium"/>
              </a:rPr>
              <a:t>only </a:t>
            </a:r>
            <a:r>
              <a:rPr b="1" lang="en" sz="1200">
                <a:solidFill>
                  <a:schemeClr val="dk1"/>
                </a:solidFill>
                <a:latin typeface="DM Sans"/>
                <a:ea typeface="DM Sans"/>
                <a:cs typeface="DM Sans"/>
                <a:sym typeface="DM Sans"/>
              </a:rPr>
              <a:t>3452 </a:t>
            </a:r>
            <a:r>
              <a:rPr lang="en" sz="1200">
                <a:solidFill>
                  <a:schemeClr val="dk1"/>
                </a:solidFill>
                <a:latin typeface="DM Sans Medium"/>
                <a:ea typeface="DM Sans Medium"/>
                <a:cs typeface="DM Sans Medium"/>
                <a:sym typeface="DM Sans Medium"/>
              </a:rPr>
              <a:t>calls get completed.</a:t>
            </a:r>
            <a:endParaRPr sz="1200">
              <a:solidFill>
                <a:schemeClr val="dk1"/>
              </a:solidFill>
              <a:latin typeface="DM Sans Medium"/>
              <a:ea typeface="DM Sans Medium"/>
              <a:cs typeface="DM Sans Medium"/>
              <a:sym typeface="DM Sans Medium"/>
            </a:endParaRPr>
          </a:p>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
        <p:nvSpPr>
          <p:cNvPr id="701" name="Google Shape;701;p82"/>
          <p:cNvSpPr txBox="1"/>
          <p:nvPr/>
        </p:nvSpPr>
        <p:spPr>
          <a:xfrm>
            <a:off x="4854175" y="2856500"/>
            <a:ext cx="2118000" cy="1893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500">
                <a:solidFill>
                  <a:schemeClr val="dk1"/>
                </a:solidFill>
                <a:latin typeface="DM Sans"/>
                <a:ea typeface="DM Sans"/>
                <a:cs typeface="DM Sans"/>
                <a:sym typeface="DM Sans"/>
              </a:rPr>
              <a:t>Satisfied users </a:t>
            </a:r>
            <a:endParaRPr b="1" sz="1500">
              <a:solidFill>
                <a:schemeClr val="dk1"/>
              </a:solidFill>
              <a:latin typeface="DM Sans"/>
              <a:ea typeface="DM Sans"/>
              <a:cs typeface="DM Sans"/>
              <a:sym typeface="DM Sans"/>
            </a:endParaRPr>
          </a:p>
          <a:p>
            <a:pPr indent="0" lvl="0" marL="0" rtl="0" algn="l">
              <a:spcBef>
                <a:spcPts val="0"/>
              </a:spcBef>
              <a:spcAft>
                <a:spcPts val="0"/>
              </a:spcAft>
              <a:buNone/>
            </a:pPr>
            <a:r>
              <a:t/>
            </a:r>
            <a:endParaRPr b="1" sz="1500">
              <a:solidFill>
                <a:schemeClr val="dk1"/>
              </a:solidFill>
              <a:latin typeface="DM Sans"/>
              <a:ea typeface="DM Sans"/>
              <a:cs typeface="DM Sans"/>
              <a:sym typeface="DM Sans"/>
            </a:endParaRPr>
          </a:p>
          <a:p>
            <a:pPr indent="0" lvl="0" marL="0" rtl="0" algn="l">
              <a:spcBef>
                <a:spcPts val="0"/>
              </a:spcBef>
              <a:spcAft>
                <a:spcPts val="0"/>
              </a:spcAft>
              <a:buClr>
                <a:srgbClr val="000000"/>
              </a:buClr>
              <a:buFont typeface="Arial"/>
              <a:buNone/>
            </a:pPr>
            <a:r>
              <a:t/>
            </a:r>
            <a:endParaRPr b="1" sz="1500">
              <a:solidFill>
                <a:schemeClr val="dk1"/>
              </a:solidFill>
              <a:latin typeface="DM Sans"/>
              <a:ea typeface="DM Sans"/>
              <a:cs typeface="DM Sans"/>
              <a:sym typeface="DM Sans"/>
            </a:endParaRPr>
          </a:p>
          <a:p>
            <a:pPr indent="0" lvl="0" marL="0" rtl="0" algn="l">
              <a:lnSpc>
                <a:spcPct val="150000"/>
              </a:lnSpc>
              <a:spcBef>
                <a:spcPts val="0"/>
              </a:spcBef>
              <a:spcAft>
                <a:spcPts val="0"/>
              </a:spcAft>
              <a:buClr>
                <a:srgbClr val="000000"/>
              </a:buClr>
              <a:buSzPts val="1600"/>
              <a:buFont typeface="Arial"/>
              <a:buNone/>
            </a:pPr>
            <a:r>
              <a:rPr lang="en" sz="1200">
                <a:solidFill>
                  <a:schemeClr val="dk1"/>
                </a:solidFill>
                <a:latin typeface="DM Sans Medium"/>
                <a:ea typeface="DM Sans Medium"/>
                <a:cs typeface="DM Sans Medium"/>
                <a:sym typeface="DM Sans Medium"/>
              </a:rPr>
              <a:t>Out of </a:t>
            </a:r>
            <a:r>
              <a:rPr b="1" lang="en" sz="1200">
                <a:solidFill>
                  <a:schemeClr val="dk1"/>
                </a:solidFill>
                <a:latin typeface="DM Sans"/>
                <a:ea typeface="DM Sans"/>
                <a:cs typeface="DM Sans"/>
                <a:sym typeface="DM Sans"/>
              </a:rPr>
              <a:t>27950</a:t>
            </a:r>
            <a:r>
              <a:rPr lang="en" sz="1200">
                <a:solidFill>
                  <a:schemeClr val="dk1"/>
                </a:solidFill>
                <a:latin typeface="DM Sans Medium"/>
                <a:ea typeface="DM Sans Medium"/>
                <a:cs typeface="DM Sans Medium"/>
                <a:sym typeface="DM Sans Medium"/>
              </a:rPr>
              <a:t> users only </a:t>
            </a:r>
            <a:r>
              <a:rPr b="1" lang="en" sz="1200">
                <a:solidFill>
                  <a:schemeClr val="dk1"/>
                </a:solidFill>
                <a:latin typeface="DM Sans"/>
                <a:ea typeface="DM Sans"/>
                <a:cs typeface="DM Sans"/>
                <a:sym typeface="DM Sans"/>
              </a:rPr>
              <a:t>7683</a:t>
            </a:r>
            <a:r>
              <a:rPr lang="en" sz="1200">
                <a:solidFill>
                  <a:schemeClr val="dk1"/>
                </a:solidFill>
                <a:latin typeface="DM Sans Medium"/>
                <a:ea typeface="DM Sans Medium"/>
                <a:cs typeface="DM Sans Medium"/>
                <a:sym typeface="DM Sans Medium"/>
              </a:rPr>
              <a:t> users gave rating of 5,6,7,8(satisfactory score).</a:t>
            </a:r>
            <a:endParaRPr sz="1200">
              <a:solidFill>
                <a:schemeClr val="dk1"/>
              </a:solidFill>
              <a:latin typeface="DM Sans Medium"/>
              <a:ea typeface="DM Sans Medium"/>
              <a:cs typeface="DM Sans Medium"/>
              <a:sym typeface="DM Sans Medium"/>
            </a:endParaRPr>
          </a:p>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83"/>
          <p:cNvSpPr txBox="1"/>
          <p:nvPr/>
        </p:nvSpPr>
        <p:spPr>
          <a:xfrm>
            <a:off x="181200" y="138275"/>
            <a:ext cx="2242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chemeClr val="dk1"/>
                </a:solidFill>
                <a:latin typeface="Newsreader"/>
                <a:ea typeface="Newsreader"/>
                <a:cs typeface="Newsreader"/>
                <a:sym typeface="Newsreader"/>
              </a:rPr>
              <a:t>DASHBOARD</a:t>
            </a:r>
            <a:endParaRPr b="1" sz="2100">
              <a:solidFill>
                <a:schemeClr val="dk1"/>
              </a:solidFill>
              <a:latin typeface="Newsreader"/>
              <a:ea typeface="Newsreader"/>
              <a:cs typeface="Newsreader"/>
              <a:sym typeface="Newsreader"/>
            </a:endParaRPr>
          </a:p>
        </p:txBody>
      </p:sp>
      <p:pic>
        <p:nvPicPr>
          <p:cNvPr id="707" name="Google Shape;707;p83"/>
          <p:cNvPicPr preferRelativeResize="0"/>
          <p:nvPr/>
        </p:nvPicPr>
        <p:blipFill>
          <a:blip r:embed="rId3">
            <a:alphaModFix/>
          </a:blip>
          <a:stretch>
            <a:fillRect/>
          </a:stretch>
        </p:blipFill>
        <p:spPr>
          <a:xfrm>
            <a:off x="152400" y="798575"/>
            <a:ext cx="8785976" cy="4192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84"/>
          <p:cNvSpPr txBox="1"/>
          <p:nvPr/>
        </p:nvSpPr>
        <p:spPr>
          <a:xfrm>
            <a:off x="405450" y="575275"/>
            <a:ext cx="8527800" cy="44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DM Sans SemiBold"/>
                <a:ea typeface="DM Sans SemiBold"/>
                <a:cs typeface="DM Sans SemiBold"/>
                <a:sym typeface="DM Sans SemiBold"/>
              </a:rPr>
              <a:t>AFTER ANALYZING ALL THESE INSIGHTS I </a:t>
            </a:r>
            <a:r>
              <a:rPr lang="en">
                <a:solidFill>
                  <a:schemeClr val="dk1"/>
                </a:solidFill>
                <a:latin typeface="DM Sans SemiBold"/>
                <a:ea typeface="DM Sans SemiBold"/>
                <a:cs typeface="DM Sans SemiBold"/>
                <a:sym typeface="DM Sans SemiBold"/>
              </a:rPr>
              <a:t>RECOMMEND</a:t>
            </a:r>
            <a:r>
              <a:rPr lang="en">
                <a:solidFill>
                  <a:schemeClr val="dk1"/>
                </a:solidFill>
                <a:latin typeface="DM Sans SemiBold"/>
                <a:ea typeface="DM Sans SemiBold"/>
                <a:cs typeface="DM Sans SemiBold"/>
                <a:sym typeface="DM Sans SemiBold"/>
              </a:rPr>
              <a:t> THE COMPANY TO INVEST 1 CRORE IN THREE PHASES:</a:t>
            </a:r>
            <a:endParaRPr>
              <a:solidFill>
                <a:schemeClr val="dk1"/>
              </a:solidFill>
              <a:latin typeface="DM Sans SemiBold"/>
              <a:ea typeface="DM Sans SemiBold"/>
              <a:cs typeface="DM Sans SemiBold"/>
              <a:sym typeface="DM Sans SemiBold"/>
            </a:endParaRPr>
          </a:p>
          <a:p>
            <a:pPr indent="0" lvl="0" marL="0" rtl="0" algn="l">
              <a:lnSpc>
                <a:spcPct val="115000"/>
              </a:lnSpc>
              <a:spcBef>
                <a:spcPts val="1200"/>
              </a:spcBef>
              <a:spcAft>
                <a:spcPts val="0"/>
              </a:spcAft>
              <a:buNone/>
            </a:pPr>
            <a:r>
              <a:rPr b="1" lang="en">
                <a:solidFill>
                  <a:schemeClr val="dk1"/>
                </a:solidFill>
                <a:latin typeface="DM Sans"/>
                <a:ea typeface="DM Sans"/>
                <a:cs typeface="DM Sans"/>
                <a:sym typeface="DM Sans"/>
              </a:rPr>
              <a:t>1. Technology Upgrade – ₹40 lakhs (40%)</a:t>
            </a:r>
            <a:endParaRPr b="1">
              <a:solidFill>
                <a:schemeClr val="dk1"/>
              </a:solidFill>
              <a:latin typeface="DM Sans"/>
              <a:ea typeface="DM Sans"/>
              <a:cs typeface="DM Sans"/>
              <a:sym typeface="DM Sans"/>
            </a:endParaRPr>
          </a:p>
          <a:p>
            <a:pPr indent="-298450" lvl="0" marL="457200" rtl="0" algn="l">
              <a:spcBef>
                <a:spcPts val="20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As Exotel is the only cloud phone system with which company work, fund should be invested in building another cloud phone system to manage the burden </a:t>
            </a:r>
            <a:endParaRPr sz="1100">
              <a:solidFill>
                <a:schemeClr val="dk1"/>
              </a:solidFill>
              <a:latin typeface="DM Sans Medium"/>
              <a:ea typeface="DM Sans Medium"/>
              <a:cs typeface="DM Sans Medium"/>
              <a:sym typeface="DM Sans Medium"/>
            </a:endParaRPr>
          </a:p>
          <a:p>
            <a:pPr indent="-298450" lvl="0" marL="457200" rtl="0" algn="l">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Buy new high-tech equipment. </a:t>
            </a:r>
            <a:endParaRPr sz="1100">
              <a:solidFill>
                <a:schemeClr val="dk1"/>
              </a:solidFill>
              <a:latin typeface="DM Sans Medium"/>
              <a:ea typeface="DM Sans Medium"/>
              <a:cs typeface="DM Sans Medium"/>
              <a:sym typeface="DM Sans Medium"/>
            </a:endParaRPr>
          </a:p>
          <a:p>
            <a:pPr indent="-298450" lvl="0" marL="457200" rtl="0" algn="l">
              <a:lnSpc>
                <a:spcPct val="115000"/>
              </a:lnSpc>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Upgrade the chat platform (UI/UX).</a:t>
            </a:r>
            <a:endParaRPr sz="1100">
              <a:solidFill>
                <a:schemeClr val="dk1"/>
              </a:solidFill>
              <a:latin typeface="DM Sans Medium"/>
              <a:ea typeface="DM Sans Medium"/>
              <a:cs typeface="DM Sans Medium"/>
              <a:sym typeface="DM Sans Medium"/>
            </a:endParaRPr>
          </a:p>
          <a:p>
            <a:pPr indent="-298450" lvl="0" marL="457200" rtl="0" algn="l">
              <a:lnSpc>
                <a:spcPct val="115000"/>
              </a:lnSpc>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Introduce AI chatbots for instant query resolution.</a:t>
            </a:r>
            <a:endParaRPr sz="1100">
              <a:solidFill>
                <a:schemeClr val="dk1"/>
              </a:solidFill>
              <a:latin typeface="DM Sans Medium"/>
              <a:ea typeface="DM Sans Medium"/>
              <a:cs typeface="DM Sans Medium"/>
              <a:sym typeface="DM Sans Medium"/>
            </a:endParaRPr>
          </a:p>
          <a:p>
            <a:pPr indent="-298450" lvl="0" marL="457200" rtl="0" algn="l">
              <a:lnSpc>
                <a:spcPct val="115000"/>
              </a:lnSpc>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Improve backend performance to reduce lag or crashes.</a:t>
            </a:r>
            <a:endParaRPr sz="1100">
              <a:solidFill>
                <a:schemeClr val="dk1"/>
              </a:solidFill>
              <a:latin typeface="DM Sans Medium"/>
              <a:ea typeface="DM Sans Medium"/>
              <a:cs typeface="DM Sans Medium"/>
              <a:sym typeface="DM Sans Medium"/>
            </a:endParaRPr>
          </a:p>
          <a:p>
            <a:pPr indent="0" lvl="0" marL="457200" rtl="0" algn="l">
              <a:lnSpc>
                <a:spcPct val="115000"/>
              </a:lnSpc>
              <a:spcBef>
                <a:spcPts val="0"/>
              </a:spcBef>
              <a:spcAft>
                <a:spcPts val="0"/>
              </a:spcAft>
              <a:buNone/>
            </a:pPr>
            <a:r>
              <a:t/>
            </a:r>
            <a:endParaRPr sz="1100">
              <a:solidFill>
                <a:schemeClr val="dk1"/>
              </a:solidFill>
              <a:latin typeface="DM Sans Medium"/>
              <a:ea typeface="DM Sans Medium"/>
              <a:cs typeface="DM Sans Medium"/>
              <a:sym typeface="DM Sans Medium"/>
            </a:endParaRPr>
          </a:p>
          <a:p>
            <a:pPr indent="0" lvl="0" marL="0" rtl="0" algn="l">
              <a:lnSpc>
                <a:spcPct val="115000"/>
              </a:lnSpc>
              <a:spcBef>
                <a:spcPts val="0"/>
              </a:spcBef>
              <a:spcAft>
                <a:spcPts val="0"/>
              </a:spcAft>
              <a:buNone/>
            </a:pPr>
            <a:r>
              <a:rPr b="1" lang="en">
                <a:solidFill>
                  <a:schemeClr val="dk1"/>
                </a:solidFill>
                <a:latin typeface="DM Sans"/>
                <a:ea typeface="DM Sans"/>
                <a:cs typeface="DM Sans"/>
                <a:sym typeface="DM Sans"/>
              </a:rPr>
              <a:t>2. Agent Training Program – ₹25 lakhs (25%)</a:t>
            </a:r>
            <a:endParaRPr b="1">
              <a:solidFill>
                <a:schemeClr val="dk1"/>
              </a:solidFill>
              <a:latin typeface="DM Sans"/>
              <a:ea typeface="DM Sans"/>
              <a:cs typeface="DM Sans"/>
              <a:sym typeface="DM Sans"/>
            </a:endParaRPr>
          </a:p>
          <a:p>
            <a:pPr indent="0" lvl="0" marL="0" rtl="0" algn="l">
              <a:lnSpc>
                <a:spcPct val="115000"/>
              </a:lnSpc>
              <a:spcBef>
                <a:spcPts val="0"/>
              </a:spcBef>
              <a:spcAft>
                <a:spcPts val="0"/>
              </a:spcAft>
              <a:buNone/>
            </a:pPr>
            <a:r>
              <a:t/>
            </a:r>
            <a:endParaRPr sz="1100">
              <a:solidFill>
                <a:schemeClr val="dk1"/>
              </a:solidFill>
              <a:latin typeface="DM Sans Medium"/>
              <a:ea typeface="DM Sans Medium"/>
              <a:cs typeface="DM Sans Medium"/>
              <a:sym typeface="DM Sans Medium"/>
            </a:endParaRPr>
          </a:p>
          <a:p>
            <a:pPr indent="-298450" lvl="0" marL="457200" rtl="0" algn="l">
              <a:lnSpc>
                <a:spcPct val="115000"/>
              </a:lnSpc>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Conduct monthly training on soft skills, upselling, and technical handling.</a:t>
            </a:r>
            <a:endParaRPr sz="1100">
              <a:solidFill>
                <a:schemeClr val="dk1"/>
              </a:solidFill>
              <a:latin typeface="DM Sans Medium"/>
              <a:ea typeface="DM Sans Medium"/>
              <a:cs typeface="DM Sans Medium"/>
              <a:sym typeface="DM Sans Medium"/>
            </a:endParaRPr>
          </a:p>
          <a:p>
            <a:pPr indent="-298450" lvl="0" marL="457200" rtl="0" algn="l">
              <a:lnSpc>
                <a:spcPct val="115000"/>
              </a:lnSpc>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Use analytics to identify underperforming agents and offer targeted coaching.</a:t>
            </a:r>
            <a:endParaRPr sz="1100">
              <a:solidFill>
                <a:schemeClr val="dk1"/>
              </a:solidFill>
              <a:latin typeface="DM Sans Medium"/>
              <a:ea typeface="DM Sans Medium"/>
              <a:cs typeface="DM Sans Medium"/>
              <a:sym typeface="DM Sans Medium"/>
            </a:endParaRPr>
          </a:p>
          <a:p>
            <a:pPr indent="0" lvl="0" marL="0" rtl="0" algn="l">
              <a:lnSpc>
                <a:spcPct val="115000"/>
              </a:lnSpc>
              <a:spcBef>
                <a:spcPts val="1400"/>
              </a:spcBef>
              <a:spcAft>
                <a:spcPts val="0"/>
              </a:spcAft>
              <a:buNone/>
            </a:pPr>
            <a:r>
              <a:rPr b="1" lang="en">
                <a:solidFill>
                  <a:schemeClr val="dk1"/>
                </a:solidFill>
                <a:latin typeface="DM Sans"/>
                <a:ea typeface="DM Sans"/>
                <a:cs typeface="DM Sans"/>
                <a:sym typeface="DM Sans"/>
              </a:rPr>
              <a:t>3. Support Infrastructure, Data Security &amp; Customer Care Tools – ₹35 Lakhs (35%)</a:t>
            </a:r>
            <a:endParaRPr b="1">
              <a:solidFill>
                <a:schemeClr val="dk1"/>
              </a:solidFill>
              <a:latin typeface="DM Sans"/>
              <a:ea typeface="DM Sans"/>
              <a:cs typeface="DM Sans"/>
              <a:sym typeface="DM Sans"/>
            </a:endParaRPr>
          </a:p>
          <a:p>
            <a:pPr indent="-298450" lvl="0" marL="457200" rtl="0" algn="l">
              <a:lnSpc>
                <a:spcPct val="115000"/>
              </a:lnSpc>
              <a:spcBef>
                <a:spcPts val="140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Hire freelance/part-time agents to manage peak hours and reduce customer wait time.</a:t>
            </a:r>
            <a:endParaRPr sz="1100">
              <a:solidFill>
                <a:schemeClr val="dk1"/>
              </a:solidFill>
              <a:latin typeface="DM Sans Medium"/>
              <a:ea typeface="DM Sans Medium"/>
              <a:cs typeface="DM Sans Medium"/>
              <a:sym typeface="DM Sans Medium"/>
            </a:endParaRPr>
          </a:p>
          <a:p>
            <a:pPr indent="-298450" lvl="0" marL="457200" rtl="0" algn="l">
              <a:lnSpc>
                <a:spcPct val="115000"/>
              </a:lnSpc>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Invest in infrastructure and data protection (cloud backups, system stability).</a:t>
            </a:r>
            <a:endParaRPr sz="1100">
              <a:solidFill>
                <a:schemeClr val="dk1"/>
              </a:solidFill>
              <a:latin typeface="DM Sans Medium"/>
              <a:ea typeface="DM Sans Medium"/>
              <a:cs typeface="DM Sans Medium"/>
              <a:sym typeface="DM Sans Medium"/>
            </a:endParaRPr>
          </a:p>
          <a:p>
            <a:pPr indent="-298450" lvl="0" marL="457200" rtl="0" algn="l">
              <a:lnSpc>
                <a:spcPct val="115000"/>
              </a:lnSpc>
              <a:spcBef>
                <a:spcPts val="0"/>
              </a:spcBef>
              <a:spcAft>
                <a:spcPts val="0"/>
              </a:spcAft>
              <a:buClr>
                <a:schemeClr val="dk1"/>
              </a:buClr>
              <a:buSzPts val="1100"/>
              <a:buFont typeface="DM Sans Medium"/>
              <a:buChar char="●"/>
            </a:pPr>
            <a:r>
              <a:rPr lang="en" sz="1100">
                <a:solidFill>
                  <a:schemeClr val="dk1"/>
                </a:solidFill>
                <a:latin typeface="DM Sans Medium"/>
                <a:ea typeface="DM Sans Medium"/>
                <a:cs typeface="DM Sans Medium"/>
                <a:sym typeface="DM Sans Medium"/>
              </a:rPr>
              <a:t>Set up automated feedback tools (post-call surveys, follow-ups) to improve customer support and satisfaction.</a:t>
            </a:r>
            <a:endParaRPr sz="1100">
              <a:solidFill>
                <a:schemeClr val="dk1"/>
              </a:solidFill>
              <a:latin typeface="DM Sans Medium"/>
              <a:ea typeface="DM Sans Medium"/>
              <a:cs typeface="DM Sans Medium"/>
              <a:sym typeface="DM Sans Medium"/>
            </a:endParaRPr>
          </a:p>
          <a:p>
            <a:pPr indent="0" lvl="0" marL="0" rtl="0" algn="l">
              <a:spcBef>
                <a:spcPts val="0"/>
              </a:spcBef>
              <a:spcAft>
                <a:spcPts val="0"/>
              </a:spcAft>
              <a:buClr>
                <a:srgbClr val="000000"/>
              </a:buClr>
              <a:buFont typeface="Arial"/>
              <a:buNone/>
            </a:pPr>
            <a:r>
              <a:t/>
            </a:r>
            <a:endParaRPr>
              <a:solidFill>
                <a:schemeClr val="dk1"/>
              </a:solidFill>
              <a:latin typeface="DM Sans SemiBold"/>
              <a:ea typeface="DM Sans SemiBold"/>
              <a:cs typeface="DM Sans SemiBold"/>
              <a:sym typeface="DM Sans SemiBold"/>
            </a:endParaRPr>
          </a:p>
          <a:p>
            <a:pPr indent="0" lvl="0" marL="0" rtl="0" algn="l">
              <a:spcBef>
                <a:spcPts val="0"/>
              </a:spcBef>
              <a:spcAft>
                <a:spcPts val="0"/>
              </a:spcAft>
              <a:buNone/>
            </a:pPr>
            <a:r>
              <a:t/>
            </a:r>
            <a:endParaRPr sz="1200">
              <a:solidFill>
                <a:schemeClr val="lt1"/>
              </a:solidFill>
              <a:latin typeface="DM Sans"/>
              <a:ea typeface="DM Sans"/>
              <a:cs typeface="DM Sans"/>
              <a:sym typeface="DM Sans"/>
            </a:endParaRPr>
          </a:p>
        </p:txBody>
      </p:sp>
      <p:sp>
        <p:nvSpPr>
          <p:cNvPr id="713" name="Google Shape;713;p84"/>
          <p:cNvSpPr txBox="1"/>
          <p:nvPr/>
        </p:nvSpPr>
        <p:spPr>
          <a:xfrm>
            <a:off x="3128250" y="153750"/>
            <a:ext cx="2887500" cy="4311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n" sz="1600" u="sng">
                <a:solidFill>
                  <a:schemeClr val="dk1"/>
                </a:solidFill>
                <a:latin typeface="DM Sans"/>
                <a:ea typeface="DM Sans"/>
                <a:cs typeface="DM Sans"/>
                <a:sym typeface="DM Sans"/>
              </a:rPr>
              <a:t>RECOMMENDATION</a:t>
            </a:r>
            <a:r>
              <a:rPr lang="en" sz="1600" u="sng">
                <a:solidFill>
                  <a:schemeClr val="dk1"/>
                </a:solidFill>
                <a:latin typeface="DM Sans Medium"/>
                <a:ea typeface="DM Sans Medium"/>
                <a:cs typeface="DM Sans Medium"/>
                <a:sym typeface="DM Sans Medium"/>
              </a:rPr>
              <a:t>S</a:t>
            </a:r>
            <a:endParaRPr b="1" sz="1600" u="sng">
              <a:solidFill>
                <a:schemeClr val="dk1"/>
              </a:solidFill>
              <a:latin typeface="DM Sans"/>
              <a:ea typeface="DM Sans"/>
              <a:cs typeface="DM Sans"/>
              <a:sym typeface="DM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85"/>
          <p:cNvSpPr txBox="1"/>
          <p:nvPr/>
        </p:nvSpPr>
        <p:spPr>
          <a:xfrm>
            <a:off x="181325" y="328750"/>
            <a:ext cx="22425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u="sng">
                <a:solidFill>
                  <a:schemeClr val="dk1"/>
                </a:solidFill>
                <a:latin typeface="DM Sans"/>
                <a:ea typeface="DM Sans"/>
                <a:cs typeface="DM Sans"/>
                <a:sym typeface="DM Sans"/>
              </a:rPr>
              <a:t>CONCLUSION</a:t>
            </a:r>
            <a:endParaRPr b="1" sz="2100" u="sng">
              <a:solidFill>
                <a:schemeClr val="dk1"/>
              </a:solidFill>
              <a:latin typeface="DM Sans"/>
              <a:ea typeface="DM Sans"/>
              <a:cs typeface="DM Sans"/>
              <a:sym typeface="DM Sans"/>
            </a:endParaRPr>
          </a:p>
        </p:txBody>
      </p:sp>
      <p:sp>
        <p:nvSpPr>
          <p:cNvPr id="719" name="Google Shape;719;p85"/>
          <p:cNvSpPr txBox="1"/>
          <p:nvPr/>
        </p:nvSpPr>
        <p:spPr>
          <a:xfrm>
            <a:off x="315800" y="922675"/>
            <a:ext cx="68019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DM Sans Medium"/>
                <a:ea typeface="DM Sans Medium"/>
                <a:cs typeface="DM Sans Medium"/>
                <a:sym typeface="DM Sans Medium"/>
              </a:rPr>
              <a:t>To address the problem statement, I conducted a comprehensive analysis by cleaning the data, creating pivot tables, charts, and developing an interactive dashboard. These insights have been instrumental in drawing meaningful conclusions and supporting data-driven decisions. This project offered a valuable opportunity to apply and enhance my Excel skills, and I thoroughly enjoyed working on it.”</a:t>
            </a:r>
            <a:endParaRPr sz="1800">
              <a:solidFill>
                <a:schemeClr val="dk1"/>
              </a:solidFill>
              <a:latin typeface="DM Sans Medium"/>
              <a:ea typeface="DM Sans Medium"/>
              <a:cs typeface="DM Sans Medium"/>
              <a:sym typeface="DM Sans Medium"/>
            </a:endParaRPr>
          </a:p>
        </p:txBody>
      </p:sp>
      <p:pic>
        <p:nvPicPr>
          <p:cNvPr id="720" name="Google Shape;720;p85"/>
          <p:cNvPicPr preferRelativeResize="0"/>
          <p:nvPr/>
        </p:nvPicPr>
        <p:blipFill>
          <a:blip r:embed="rId3">
            <a:alphaModFix/>
          </a:blip>
          <a:stretch>
            <a:fillRect/>
          </a:stretch>
        </p:blipFill>
        <p:spPr>
          <a:xfrm>
            <a:off x="6584575" y="2987925"/>
            <a:ext cx="1792025" cy="1792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86"/>
          <p:cNvSpPr txBox="1"/>
          <p:nvPr/>
        </p:nvSpPr>
        <p:spPr>
          <a:xfrm>
            <a:off x="4937100" y="1895400"/>
            <a:ext cx="3731400" cy="78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chemeClr val="dk1"/>
                </a:solidFill>
                <a:latin typeface="DM Sans"/>
                <a:ea typeface="DM Sans"/>
                <a:cs typeface="DM Sans"/>
                <a:sym typeface="DM Sans"/>
              </a:rPr>
              <a:t>THANK YOU ..</a:t>
            </a:r>
            <a:endParaRPr b="1" sz="3000">
              <a:solidFill>
                <a:schemeClr val="dk1"/>
              </a:solidFill>
              <a:latin typeface="DM Sans"/>
              <a:ea typeface="DM Sans"/>
              <a:cs typeface="DM Sans"/>
              <a:sym typeface="DM Sans"/>
            </a:endParaRPr>
          </a:p>
        </p:txBody>
      </p:sp>
      <p:pic>
        <p:nvPicPr>
          <p:cNvPr id="726" name="Google Shape;726;p86"/>
          <p:cNvPicPr preferRelativeResize="0"/>
          <p:nvPr/>
        </p:nvPicPr>
        <p:blipFill rotWithShape="1">
          <a:blip r:embed="rId3">
            <a:alphaModFix/>
          </a:blip>
          <a:srcRect b="-20404" l="2097" r="-3899" t="-12786"/>
          <a:stretch/>
        </p:blipFill>
        <p:spPr>
          <a:xfrm>
            <a:off x="830475" y="769413"/>
            <a:ext cx="3186425" cy="3492625"/>
          </a:xfrm>
          <a:prstGeom prst="rect">
            <a:avLst/>
          </a:prstGeom>
          <a:noFill/>
          <a:ln>
            <a:noFill/>
          </a:ln>
        </p:spPr>
      </p:pic>
      <p:sp>
        <p:nvSpPr>
          <p:cNvPr id="727" name="Google Shape;727;p86"/>
          <p:cNvSpPr txBox="1"/>
          <p:nvPr/>
        </p:nvSpPr>
        <p:spPr>
          <a:xfrm>
            <a:off x="6213000" y="4472150"/>
            <a:ext cx="2931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DM Sans"/>
                <a:ea typeface="DM Sans"/>
                <a:cs typeface="DM Sans"/>
                <a:sym typeface="DM Sans"/>
              </a:rPr>
              <a:t>NAME : KIRAN KUMAR PRADHAN</a:t>
            </a:r>
            <a:endParaRPr>
              <a:solidFill>
                <a:schemeClr val="dk1"/>
              </a:solidFill>
              <a:latin typeface="DM Sans"/>
              <a:ea typeface="DM Sans"/>
              <a:cs typeface="DM Sans"/>
              <a:sym typeface="DM Sans"/>
            </a:endParaRPr>
          </a:p>
          <a:p>
            <a:pPr indent="0" lvl="0" marL="0" rtl="0" algn="l">
              <a:spcBef>
                <a:spcPts val="0"/>
              </a:spcBef>
              <a:spcAft>
                <a:spcPts val="0"/>
              </a:spcAft>
              <a:buNone/>
            </a:pPr>
            <a:r>
              <a:rPr lang="en">
                <a:solidFill>
                  <a:schemeClr val="dk1"/>
                </a:solidFill>
                <a:latin typeface="DM Sans"/>
                <a:ea typeface="DM Sans"/>
                <a:cs typeface="DM Sans"/>
                <a:sym typeface="DM Sans"/>
              </a:rPr>
              <a:t>BATCH : MAY-2025</a:t>
            </a:r>
            <a:endParaRPr>
              <a:solidFill>
                <a:schemeClr val="dk1"/>
              </a:solidFill>
              <a:latin typeface="DM Sans"/>
              <a:ea typeface="DM Sans"/>
              <a:cs typeface="DM Sans"/>
              <a:sym typeface="DM Sans"/>
            </a:endParaRPr>
          </a:p>
        </p:txBody>
      </p:sp>
    </p:spTree>
  </p:cSld>
  <p:clrMapOvr>
    <a:masterClrMapping/>
  </p:clrMapOvr>
</p:sld>
</file>

<file path=ppt/theme/theme1.xml><?xml version="1.0" encoding="utf-8"?>
<a:theme xmlns:a="http://schemas.openxmlformats.org/drawingml/2006/main" xmlns:r="http://schemas.openxmlformats.org/officeDocument/2006/relationships" name="Business Plan Presentation">
  <a:themeElements>
    <a:clrScheme name="Simple Light">
      <a:dk1>
        <a:srgbClr val="F9F9F9"/>
      </a:dk1>
      <a:lt1>
        <a:srgbClr val="183C40"/>
      </a:lt1>
      <a:dk2>
        <a:srgbClr val="20494D"/>
      </a:dk2>
      <a:lt2>
        <a:srgbClr val="799DA7"/>
      </a:lt2>
      <a:accent1>
        <a:srgbClr val="B0D5CD"/>
      </a:accent1>
      <a:accent2>
        <a:srgbClr val="A6DAEA"/>
      </a:accent2>
      <a:accent3>
        <a:srgbClr val="B78D43"/>
      </a:accent3>
      <a:accent4>
        <a:srgbClr val="9AA864"/>
      </a:accent4>
      <a:accent5>
        <a:srgbClr val="426345"/>
      </a:accent5>
      <a:accent6>
        <a:srgbClr val="DCDCDC"/>
      </a:accent6>
      <a:hlink>
        <a:srgbClr val="B0D5C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